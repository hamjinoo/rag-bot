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>
        <p:scale>
          <a:sx n="150" d="100"/>
          <a:sy n="150" d="100"/>
        </p:scale>
        <p:origin x="702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/>
          <p:cNvSpPr/>
          <p:nvPr/>
        </p:nvSpPr>
        <p:spPr bwMode="gray">
          <a:xfrm>
            <a:off x="11393715" y="5873327"/>
            <a:ext cx="798285" cy="987315"/>
          </a:xfrm>
          <a:custGeom>
            <a:avLst/>
            <a:gdLst>
              <a:gd name="connsiteX0" fmla="*/ 587828 w 598714"/>
              <a:gd name="connsiteY0" fmla="*/ 0 h 979714"/>
              <a:gd name="connsiteX1" fmla="*/ 598714 w 598714"/>
              <a:gd name="connsiteY1" fmla="*/ 979714 h 979714"/>
              <a:gd name="connsiteX2" fmla="*/ 174171 w 598714"/>
              <a:gd name="connsiteY2" fmla="*/ 968828 h 979714"/>
              <a:gd name="connsiteX3" fmla="*/ 0 w 598714"/>
              <a:gd name="connsiteY3" fmla="*/ 185057 h 979714"/>
              <a:gd name="connsiteX4" fmla="*/ 587828 w 598714"/>
              <a:gd name="connsiteY4" fmla="*/ 0 h 979714"/>
              <a:gd name="connsiteX0" fmla="*/ 595944 w 598714"/>
              <a:gd name="connsiteY0" fmla="*/ 0 h 984674"/>
              <a:gd name="connsiteX1" fmla="*/ 598714 w 598714"/>
              <a:gd name="connsiteY1" fmla="*/ 984674 h 984674"/>
              <a:gd name="connsiteX2" fmla="*/ 174171 w 598714"/>
              <a:gd name="connsiteY2" fmla="*/ 973788 h 984674"/>
              <a:gd name="connsiteX3" fmla="*/ 0 w 598714"/>
              <a:gd name="connsiteY3" fmla="*/ 190017 h 984674"/>
              <a:gd name="connsiteX4" fmla="*/ 595944 w 598714"/>
              <a:gd name="connsiteY4" fmla="*/ 0 h 984674"/>
              <a:gd name="connsiteX0" fmla="*/ 595944 w 598714"/>
              <a:gd name="connsiteY0" fmla="*/ 0 h 987315"/>
              <a:gd name="connsiteX1" fmla="*/ 598714 w 598714"/>
              <a:gd name="connsiteY1" fmla="*/ 984674 h 987315"/>
              <a:gd name="connsiteX2" fmla="*/ 179582 w 598714"/>
              <a:gd name="connsiteY2" fmla="*/ 987315 h 987315"/>
              <a:gd name="connsiteX3" fmla="*/ 0 w 598714"/>
              <a:gd name="connsiteY3" fmla="*/ 190017 h 987315"/>
              <a:gd name="connsiteX4" fmla="*/ 595944 w 598714"/>
              <a:gd name="connsiteY4" fmla="*/ 0 h 987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8714" h="987315">
                <a:moveTo>
                  <a:pt x="595944" y="0"/>
                </a:moveTo>
                <a:cubicBezTo>
                  <a:pt x="596867" y="328225"/>
                  <a:pt x="597791" y="656449"/>
                  <a:pt x="598714" y="984674"/>
                </a:cubicBezTo>
                <a:lnTo>
                  <a:pt x="179582" y="987315"/>
                </a:lnTo>
                <a:lnTo>
                  <a:pt x="0" y="190017"/>
                </a:lnTo>
                <a:lnTo>
                  <a:pt x="5959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Freeform 15"/>
          <p:cNvSpPr/>
          <p:nvPr/>
        </p:nvSpPr>
        <p:spPr bwMode="gray">
          <a:xfrm>
            <a:off x="10406744" y="2677887"/>
            <a:ext cx="1790009" cy="3298371"/>
          </a:xfrm>
          <a:custGeom>
            <a:avLst/>
            <a:gdLst>
              <a:gd name="connsiteX0" fmla="*/ 0 w 1338943"/>
              <a:gd name="connsiteY0" fmla="*/ 206828 h 3298371"/>
              <a:gd name="connsiteX1" fmla="*/ 1338943 w 1338943"/>
              <a:gd name="connsiteY1" fmla="*/ 0 h 3298371"/>
              <a:gd name="connsiteX2" fmla="*/ 1328057 w 1338943"/>
              <a:gd name="connsiteY2" fmla="*/ 3102428 h 3298371"/>
              <a:gd name="connsiteX3" fmla="*/ 718457 w 1338943"/>
              <a:gd name="connsiteY3" fmla="*/ 3298371 h 3298371"/>
              <a:gd name="connsiteX4" fmla="*/ 0 w 1338943"/>
              <a:gd name="connsiteY4" fmla="*/ 206828 h 3298371"/>
              <a:gd name="connsiteX0" fmla="*/ 0 w 1342507"/>
              <a:gd name="connsiteY0" fmla="*/ 206828 h 3298371"/>
              <a:gd name="connsiteX1" fmla="*/ 1338943 w 1342507"/>
              <a:gd name="connsiteY1" fmla="*/ 0 h 3298371"/>
              <a:gd name="connsiteX2" fmla="*/ 1338878 w 1342507"/>
              <a:gd name="connsiteY2" fmla="*/ 3097919 h 3298371"/>
              <a:gd name="connsiteX3" fmla="*/ 718457 w 1342507"/>
              <a:gd name="connsiteY3" fmla="*/ 3298371 h 3298371"/>
              <a:gd name="connsiteX4" fmla="*/ 0 w 1342507"/>
              <a:gd name="connsiteY4" fmla="*/ 206828 h 329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2507" h="3298371">
                <a:moveTo>
                  <a:pt x="0" y="206828"/>
                </a:moveTo>
                <a:lnTo>
                  <a:pt x="1338943" y="0"/>
                </a:lnTo>
                <a:cubicBezTo>
                  <a:pt x="1335314" y="1034143"/>
                  <a:pt x="1342507" y="2063776"/>
                  <a:pt x="1338878" y="3097919"/>
                </a:cubicBezTo>
                <a:lnTo>
                  <a:pt x="718457" y="3298371"/>
                </a:lnTo>
                <a:lnTo>
                  <a:pt x="0" y="20682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reeform 14"/>
          <p:cNvSpPr/>
          <p:nvPr/>
        </p:nvSpPr>
        <p:spPr bwMode="gray">
          <a:xfrm>
            <a:off x="-14515" y="2917372"/>
            <a:ext cx="11509829" cy="3940629"/>
          </a:xfrm>
          <a:custGeom>
            <a:avLst/>
            <a:gdLst>
              <a:gd name="connsiteX0" fmla="*/ 0 w 8632372"/>
              <a:gd name="connsiteY0" fmla="*/ 3940629 h 3940629"/>
              <a:gd name="connsiteX1" fmla="*/ 2732315 w 8632372"/>
              <a:gd name="connsiteY1" fmla="*/ 783772 h 3940629"/>
              <a:gd name="connsiteX2" fmla="*/ 7696200 w 8632372"/>
              <a:gd name="connsiteY2" fmla="*/ 0 h 3940629"/>
              <a:gd name="connsiteX3" fmla="*/ 8632372 w 8632372"/>
              <a:gd name="connsiteY3" fmla="*/ 3940629 h 3940629"/>
              <a:gd name="connsiteX4" fmla="*/ 0 w 8632372"/>
              <a:gd name="connsiteY4" fmla="*/ 3940629 h 3940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2372" h="3940629">
                <a:moveTo>
                  <a:pt x="0" y="3940629"/>
                </a:moveTo>
                <a:lnTo>
                  <a:pt x="2732315" y="783772"/>
                </a:lnTo>
                <a:lnTo>
                  <a:pt x="7696200" y="0"/>
                </a:lnTo>
                <a:lnTo>
                  <a:pt x="8632372" y="3940629"/>
                </a:lnTo>
                <a:lnTo>
                  <a:pt x="0" y="3940629"/>
                </a:ln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865632" y="6419088"/>
            <a:ext cx="10460736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11558016" y="6419088"/>
            <a:ext cx="633984" cy="365760"/>
          </a:xfrm>
        </p:spPr>
        <p:txBody>
          <a:bodyPr/>
          <a:lstStyle/>
          <a:p>
            <a:fld id="{700F4286-AFDF-42B0-9471-299A29A47E9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Freeform 8"/>
          <p:cNvSpPr/>
          <p:nvPr/>
        </p:nvSpPr>
        <p:spPr bwMode="gray">
          <a:xfrm>
            <a:off x="2363433" y="1"/>
            <a:ext cx="1747915" cy="1115627"/>
          </a:xfrm>
          <a:custGeom>
            <a:avLst/>
            <a:gdLst>
              <a:gd name="connsiteX0" fmla="*/ 0 w 1310936"/>
              <a:gd name="connsiteY0" fmla="*/ 0 h 1115627"/>
              <a:gd name="connsiteX1" fmla="*/ 435006 w 1310936"/>
              <a:gd name="connsiteY1" fmla="*/ 1115627 h 1115627"/>
              <a:gd name="connsiteX2" fmla="*/ 1310936 w 1310936"/>
              <a:gd name="connsiteY2" fmla="*/ 645111 h 1115627"/>
              <a:gd name="connsiteX3" fmla="*/ 1222159 w 1310936"/>
              <a:gd name="connsiteY3" fmla="*/ 0 h 1115627"/>
              <a:gd name="connsiteX4" fmla="*/ 0 w 1310936"/>
              <a:gd name="connsiteY4" fmla="*/ 0 h 111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0936" h="1115627">
                <a:moveTo>
                  <a:pt x="0" y="0"/>
                </a:moveTo>
                <a:lnTo>
                  <a:pt x="435006" y="1115627"/>
                </a:lnTo>
                <a:lnTo>
                  <a:pt x="1310936" y="645111"/>
                </a:lnTo>
                <a:lnTo>
                  <a:pt x="122215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Freeform 7"/>
          <p:cNvSpPr/>
          <p:nvPr/>
        </p:nvSpPr>
        <p:spPr bwMode="gray">
          <a:xfrm>
            <a:off x="-7890" y="1"/>
            <a:ext cx="2693033" cy="1452979"/>
          </a:xfrm>
          <a:custGeom>
            <a:avLst/>
            <a:gdLst>
              <a:gd name="connsiteX0" fmla="*/ 0 w 2013857"/>
              <a:gd name="connsiteY0" fmla="*/ 10886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10886 h 1436914"/>
              <a:gd name="connsiteX0" fmla="*/ 0 w 2013857"/>
              <a:gd name="connsiteY0" fmla="*/ 2008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2008 h 1436914"/>
              <a:gd name="connsiteX0" fmla="*/ 5918 w 2019775"/>
              <a:gd name="connsiteY0" fmla="*/ 2008 h 1452979"/>
              <a:gd name="connsiteX1" fmla="*/ 5918 w 2019775"/>
              <a:gd name="connsiteY1" fmla="*/ 1436914 h 1452979"/>
              <a:gd name="connsiteX2" fmla="*/ 0 w 2019775"/>
              <a:gd name="connsiteY2" fmla="*/ 1452979 h 1452979"/>
              <a:gd name="connsiteX3" fmla="*/ 2019775 w 2019775"/>
              <a:gd name="connsiteY3" fmla="*/ 794657 h 1452979"/>
              <a:gd name="connsiteX4" fmla="*/ 1693204 w 2019775"/>
              <a:gd name="connsiteY4" fmla="*/ 0 h 1452979"/>
              <a:gd name="connsiteX5" fmla="*/ 5918 w 2019775"/>
              <a:gd name="connsiteY5" fmla="*/ 2008 h 145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9775" h="1452979">
                <a:moveTo>
                  <a:pt x="5918" y="2008"/>
                </a:moveTo>
                <a:lnTo>
                  <a:pt x="5918" y="1436914"/>
                </a:lnTo>
                <a:lnTo>
                  <a:pt x="0" y="1452979"/>
                </a:lnTo>
                <a:lnTo>
                  <a:pt x="2019775" y="794657"/>
                </a:lnTo>
                <a:lnTo>
                  <a:pt x="1693204" y="0"/>
                </a:lnTo>
                <a:lnTo>
                  <a:pt x="5918" y="200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Freeform 10"/>
          <p:cNvSpPr/>
          <p:nvPr/>
        </p:nvSpPr>
        <p:spPr bwMode="gray">
          <a:xfrm>
            <a:off x="-4175" y="895611"/>
            <a:ext cx="2875420" cy="1399784"/>
          </a:xfrm>
          <a:custGeom>
            <a:avLst/>
            <a:gdLst>
              <a:gd name="connsiteX0" fmla="*/ 2048006 w 2148214"/>
              <a:gd name="connsiteY0" fmla="*/ 0 h 1399784"/>
              <a:gd name="connsiteX1" fmla="*/ 2148214 w 2148214"/>
              <a:gd name="connsiteY1" fmla="*/ 253652 h 1399784"/>
              <a:gd name="connsiteX2" fmla="*/ 0 w 2148214"/>
              <a:gd name="connsiteY2" fmla="*/ 1399784 h 1399784"/>
              <a:gd name="connsiteX3" fmla="*/ 0 w 2148214"/>
              <a:gd name="connsiteY3" fmla="*/ 676405 h 1399784"/>
              <a:gd name="connsiteX4" fmla="*/ 2048006 w 2148214"/>
              <a:gd name="connsiteY4" fmla="*/ 0 h 1399784"/>
              <a:gd name="connsiteX0" fmla="*/ 2048006 w 2156565"/>
              <a:gd name="connsiteY0" fmla="*/ 0 h 1399784"/>
              <a:gd name="connsiteX1" fmla="*/ 2156565 w 2156565"/>
              <a:gd name="connsiteY1" fmla="*/ 247389 h 1399784"/>
              <a:gd name="connsiteX2" fmla="*/ 0 w 2156565"/>
              <a:gd name="connsiteY2" fmla="*/ 1399784 h 1399784"/>
              <a:gd name="connsiteX3" fmla="*/ 0 w 2156565"/>
              <a:gd name="connsiteY3" fmla="*/ 676405 h 1399784"/>
              <a:gd name="connsiteX4" fmla="*/ 2048006 w 2156565"/>
              <a:gd name="connsiteY4" fmla="*/ 0 h 1399784"/>
              <a:gd name="connsiteX0" fmla="*/ 2060532 w 2156565"/>
              <a:gd name="connsiteY0" fmla="*/ 0 h 1399784"/>
              <a:gd name="connsiteX1" fmla="*/ 2156565 w 2156565"/>
              <a:gd name="connsiteY1" fmla="*/ 247389 h 1399784"/>
              <a:gd name="connsiteX2" fmla="*/ 0 w 2156565"/>
              <a:gd name="connsiteY2" fmla="*/ 1399784 h 1399784"/>
              <a:gd name="connsiteX3" fmla="*/ 0 w 2156565"/>
              <a:gd name="connsiteY3" fmla="*/ 676405 h 1399784"/>
              <a:gd name="connsiteX4" fmla="*/ 2060532 w 2156565"/>
              <a:gd name="connsiteY4" fmla="*/ 0 h 139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6565" h="1399784">
                <a:moveTo>
                  <a:pt x="2060532" y="0"/>
                </a:moveTo>
                <a:lnTo>
                  <a:pt x="2156565" y="247389"/>
                </a:lnTo>
                <a:lnTo>
                  <a:pt x="0" y="1399784"/>
                </a:lnTo>
                <a:lnTo>
                  <a:pt x="0" y="676405"/>
                </a:lnTo>
                <a:lnTo>
                  <a:pt x="206053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xfrm>
            <a:off x="48768" y="36576"/>
            <a:ext cx="2474976" cy="365760"/>
          </a:xfrm>
        </p:spPr>
        <p:txBody>
          <a:bodyPr/>
          <a:lstStyle/>
          <a:p>
            <a:fld id="{58B4D6B9-5611-42A2-B892-29FBF24B2091}" type="datetimeFigureOut">
              <a:rPr lang="ko-KR" altLang="en-US" smtClean="0"/>
              <a:t>2024-03-12</a:t>
            </a:fld>
            <a:endParaRPr lang="ko-KR" altLang="en-US"/>
          </a:p>
        </p:txBody>
      </p:sp>
      <p:sp>
        <p:nvSpPr>
          <p:cNvPr id="18" name="Oval 17"/>
          <p:cNvSpPr/>
          <p:nvPr/>
        </p:nvSpPr>
        <p:spPr bwMode="gray">
          <a:xfrm>
            <a:off x="10119360" y="283464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Oval 18"/>
          <p:cNvSpPr/>
          <p:nvPr/>
        </p:nvSpPr>
        <p:spPr bwMode="gray">
          <a:xfrm>
            <a:off x="10728960" y="283464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Oval 19"/>
          <p:cNvSpPr/>
          <p:nvPr/>
        </p:nvSpPr>
        <p:spPr bwMode="gray">
          <a:xfrm>
            <a:off x="11338560" y="283464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902208" y="1755648"/>
            <a:ext cx="10363200" cy="1069848"/>
          </a:xfrm>
        </p:spPr>
        <p:txBody>
          <a:bodyPr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02208" y="2834640"/>
            <a:ext cx="8583168" cy="59436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27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09728"/>
            <a:ext cx="79248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7048"/>
            <a:ext cx="10972800" cy="459943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4D6B9-5611-42A2-B892-29FBF24B2091}" type="datetimeFigureOut">
              <a:rPr lang="ko-KR" altLang="en-US" smtClean="0"/>
              <a:t>2024-03-12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4286-AFDF-42B0-9471-299A29A47E9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6215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01803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77745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3438145"/>
            <a:ext cx="10314432" cy="1352931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2706624" y="1929384"/>
            <a:ext cx="8558784" cy="1499616"/>
          </a:xfrm>
        </p:spPr>
        <p:txBody>
          <a:bodyPr anchor="b"/>
          <a:lstStyle>
            <a:lvl1pPr marL="0" indent="0"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4D6B9-5611-42A2-B892-29FBF24B2091}" type="datetimeFigureOut">
              <a:rPr lang="ko-KR" altLang="en-US" smtClean="0"/>
              <a:t>2024-03-12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4286-AFDF-42B0-9471-299A29A47E9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 bwMode="gray">
          <a:xfrm>
            <a:off x="1011936" y="3099816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621536" y="3099816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2231136" y="3099816"/>
            <a:ext cx="377952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351066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9488" y="73152"/>
            <a:ext cx="8193024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4D6B9-5611-42A2-B892-29FBF24B2091}" type="datetimeFigureOut">
              <a:rPr lang="ko-KR" altLang="en-US" smtClean="0"/>
              <a:t>2024-03-12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4286-AFDF-42B0-9471-299A29A47E9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Oval 7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6215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1803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Oval 12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65420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97408" y="1426464"/>
            <a:ext cx="5388864" cy="786384"/>
          </a:xfrm>
        </p:spPr>
        <p:txBody>
          <a:bodyPr anchor="b"/>
          <a:lstStyle>
            <a:lvl1pPr marL="0" indent="0">
              <a:buFont typeface="Arial" pitchFamily="34" charset="0"/>
              <a:buNone/>
              <a:defRPr sz="2400" b="1">
                <a:ln>
                  <a:solidFill>
                    <a:schemeClr val="accent2">
                      <a:lumMod val="50000"/>
                    </a:schemeClr>
                  </a:solidFill>
                </a:ln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7408" y="2240280"/>
            <a:ext cx="5401056" cy="37764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32576" y="1426464"/>
            <a:ext cx="5388864" cy="786384"/>
          </a:xfrm>
        </p:spPr>
        <p:txBody>
          <a:bodyPr anchor="b"/>
          <a:lstStyle>
            <a:lvl1pPr marL="0" indent="0">
              <a:buNone/>
              <a:defRPr sz="2400" b="1">
                <a:ln>
                  <a:solidFill>
                    <a:schemeClr val="accent4">
                      <a:lumMod val="50000"/>
                    </a:schemeClr>
                  </a:solidFill>
                </a:ln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32576" y="2240280"/>
            <a:ext cx="5401056" cy="37764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4D6B9-5611-42A2-B892-29FBF24B2091}" type="datetimeFigureOut">
              <a:rPr lang="ko-KR" altLang="en-US" smtClean="0"/>
              <a:t>2024-03-12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4286-AFDF-42B0-9471-299A29A47E9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Oval 9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Oval 13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Oval 14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464" y="73152"/>
            <a:ext cx="933907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67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464" y="109728"/>
            <a:ext cx="9339072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4D6B9-5611-42A2-B892-29FBF24B2091}" type="datetimeFigureOut">
              <a:rPr lang="ko-KR" altLang="en-US" smtClean="0"/>
              <a:t>2024-03-12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4286-AFDF-42B0-9471-299A29A47E9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Oval 5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Oval 6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67299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4D6B9-5611-42A2-B892-29FBF24B2091}" type="datetimeFigureOut">
              <a:rPr lang="ko-KR" altLang="en-US" smtClean="0"/>
              <a:t>2024-03-12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4286-AFDF-42B0-9471-299A29A47E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208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 bwMode="gray">
          <a:xfrm>
            <a:off x="-7891" y="0"/>
            <a:ext cx="3206496" cy="1783080"/>
            <a:chOff x="-5918" y="0"/>
            <a:chExt cx="3089429" cy="2295395"/>
          </a:xfrm>
        </p:grpSpPr>
        <p:sp>
          <p:nvSpPr>
            <p:cNvPr id="8" name="Freeform 7"/>
            <p:cNvSpPr/>
            <p:nvPr userDrawn="1"/>
          </p:nvSpPr>
          <p:spPr bwMode="gray">
            <a:xfrm>
              <a:off x="1772575" y="0"/>
              <a:ext cx="1310936" cy="1115627"/>
            </a:xfrm>
            <a:custGeom>
              <a:avLst/>
              <a:gdLst>
                <a:gd name="connsiteX0" fmla="*/ 0 w 1310936"/>
                <a:gd name="connsiteY0" fmla="*/ 0 h 1115627"/>
                <a:gd name="connsiteX1" fmla="*/ 435006 w 1310936"/>
                <a:gd name="connsiteY1" fmla="*/ 1115627 h 1115627"/>
                <a:gd name="connsiteX2" fmla="*/ 1310936 w 1310936"/>
                <a:gd name="connsiteY2" fmla="*/ 645111 h 1115627"/>
                <a:gd name="connsiteX3" fmla="*/ 1222159 w 1310936"/>
                <a:gd name="connsiteY3" fmla="*/ 0 h 1115627"/>
                <a:gd name="connsiteX4" fmla="*/ 0 w 1310936"/>
                <a:gd name="connsiteY4" fmla="*/ 0 h 111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0936" h="1115627">
                  <a:moveTo>
                    <a:pt x="0" y="0"/>
                  </a:moveTo>
                  <a:lnTo>
                    <a:pt x="435006" y="1115627"/>
                  </a:lnTo>
                  <a:lnTo>
                    <a:pt x="1310936" y="645111"/>
                  </a:lnTo>
                  <a:lnTo>
                    <a:pt x="1222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Freeform 8"/>
            <p:cNvSpPr/>
            <p:nvPr userDrawn="1"/>
          </p:nvSpPr>
          <p:spPr bwMode="gray">
            <a:xfrm>
              <a:off x="-5918" y="0"/>
              <a:ext cx="2019775" cy="1452979"/>
            </a:xfrm>
            <a:custGeom>
              <a:avLst/>
              <a:gdLst>
                <a:gd name="connsiteX0" fmla="*/ 0 w 2013857"/>
                <a:gd name="connsiteY0" fmla="*/ 10886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10886 h 1436914"/>
                <a:gd name="connsiteX0" fmla="*/ 0 w 2013857"/>
                <a:gd name="connsiteY0" fmla="*/ 2008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2008 h 1436914"/>
                <a:gd name="connsiteX0" fmla="*/ 5918 w 2019775"/>
                <a:gd name="connsiteY0" fmla="*/ 2008 h 1452979"/>
                <a:gd name="connsiteX1" fmla="*/ 5918 w 2019775"/>
                <a:gd name="connsiteY1" fmla="*/ 1436914 h 1452979"/>
                <a:gd name="connsiteX2" fmla="*/ 0 w 2019775"/>
                <a:gd name="connsiteY2" fmla="*/ 1452979 h 1452979"/>
                <a:gd name="connsiteX3" fmla="*/ 2019775 w 2019775"/>
                <a:gd name="connsiteY3" fmla="*/ 794657 h 1452979"/>
                <a:gd name="connsiteX4" fmla="*/ 1693204 w 2019775"/>
                <a:gd name="connsiteY4" fmla="*/ 0 h 1452979"/>
                <a:gd name="connsiteX5" fmla="*/ 5918 w 2019775"/>
                <a:gd name="connsiteY5" fmla="*/ 2008 h 145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9775" h="1452979">
                  <a:moveTo>
                    <a:pt x="5918" y="2008"/>
                  </a:moveTo>
                  <a:lnTo>
                    <a:pt x="5918" y="1436914"/>
                  </a:lnTo>
                  <a:lnTo>
                    <a:pt x="0" y="1452979"/>
                  </a:lnTo>
                  <a:lnTo>
                    <a:pt x="2019775" y="794657"/>
                  </a:lnTo>
                  <a:lnTo>
                    <a:pt x="1693204" y="0"/>
                  </a:lnTo>
                  <a:lnTo>
                    <a:pt x="5918" y="200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Freeform 9"/>
            <p:cNvSpPr/>
            <p:nvPr userDrawn="1"/>
          </p:nvSpPr>
          <p:spPr bwMode="gray">
            <a:xfrm>
              <a:off x="-3132" y="895611"/>
              <a:ext cx="2156565" cy="1399784"/>
            </a:xfrm>
            <a:custGeom>
              <a:avLst/>
              <a:gdLst>
                <a:gd name="connsiteX0" fmla="*/ 2048006 w 2148214"/>
                <a:gd name="connsiteY0" fmla="*/ 0 h 1399784"/>
                <a:gd name="connsiteX1" fmla="*/ 2148214 w 2148214"/>
                <a:gd name="connsiteY1" fmla="*/ 253652 h 1399784"/>
                <a:gd name="connsiteX2" fmla="*/ 0 w 2148214"/>
                <a:gd name="connsiteY2" fmla="*/ 1399784 h 1399784"/>
                <a:gd name="connsiteX3" fmla="*/ 0 w 2148214"/>
                <a:gd name="connsiteY3" fmla="*/ 676405 h 1399784"/>
                <a:gd name="connsiteX4" fmla="*/ 2048006 w 2148214"/>
                <a:gd name="connsiteY4" fmla="*/ 0 h 1399784"/>
                <a:gd name="connsiteX0" fmla="*/ 2048006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48006 w 2156565"/>
                <a:gd name="connsiteY4" fmla="*/ 0 h 1399784"/>
                <a:gd name="connsiteX0" fmla="*/ 2060532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60532 w 2156565"/>
                <a:gd name="connsiteY4" fmla="*/ 0 h 139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6565" h="1399784">
                  <a:moveTo>
                    <a:pt x="2060532" y="0"/>
                  </a:moveTo>
                  <a:lnTo>
                    <a:pt x="2156565" y="247389"/>
                  </a:lnTo>
                  <a:lnTo>
                    <a:pt x="0" y="1399784"/>
                  </a:lnTo>
                  <a:lnTo>
                    <a:pt x="0" y="676405"/>
                  </a:lnTo>
                  <a:lnTo>
                    <a:pt x="20605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4767071" y="411480"/>
            <a:ext cx="6864096" cy="1162050"/>
          </a:xfrm>
        </p:spPr>
        <p:txBody>
          <a:bodyPr anchor="b">
            <a:norm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64208"/>
            <a:ext cx="6815667" cy="470001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3440" y="1664208"/>
            <a:ext cx="3767328" cy="4690872"/>
          </a:xfrm>
          <a:solidFill>
            <a:schemeClr val="accent6">
              <a:lumMod val="60000"/>
              <a:lumOff val="40000"/>
            </a:schemeClr>
          </a:solidFill>
          <a:effectLst>
            <a:outerShdw blurRad="50800" dist="38100" dir="5400000" algn="ctr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6343" y="6583680"/>
            <a:ext cx="2844800" cy="228600"/>
          </a:xfrm>
        </p:spPr>
        <p:txBody>
          <a:bodyPr/>
          <a:lstStyle/>
          <a:p>
            <a:fld id="{58B4D6B9-5611-42A2-B892-29FBF24B2091}" type="datetimeFigureOut">
              <a:rPr lang="ko-KR" altLang="en-US" smtClean="0"/>
              <a:t>2024-03-12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759200" y="6583680"/>
            <a:ext cx="6705600" cy="2286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4286-AFDF-42B0-9471-299A29A47E9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Oval 10"/>
          <p:cNvSpPr/>
          <p:nvPr/>
        </p:nvSpPr>
        <p:spPr bwMode="gray">
          <a:xfrm>
            <a:off x="3011424" y="1161288"/>
            <a:ext cx="377952" cy="283464"/>
          </a:xfrm>
          <a:prstGeom prst="ellipse">
            <a:avLst/>
          </a:prstGeom>
          <a:noFill/>
          <a:ln w="57150">
            <a:solidFill>
              <a:srgbClr val="C1C1C1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3621024" y="1161288"/>
            <a:ext cx="377952" cy="283464"/>
          </a:xfrm>
          <a:prstGeom prst="ellipse">
            <a:avLst/>
          </a:prstGeom>
          <a:noFill/>
          <a:ln w="57150">
            <a:solidFill>
              <a:srgbClr val="C1C1C1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Oval 12"/>
          <p:cNvSpPr/>
          <p:nvPr/>
        </p:nvSpPr>
        <p:spPr bwMode="gray">
          <a:xfrm>
            <a:off x="4230624" y="1161288"/>
            <a:ext cx="377952" cy="283464"/>
          </a:xfrm>
          <a:prstGeom prst="ellipse">
            <a:avLst/>
          </a:prstGeom>
          <a:noFill/>
          <a:ln w="57150">
            <a:solidFill>
              <a:srgbClr val="C1C1C1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8131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146048" y="502920"/>
            <a:ext cx="10204704" cy="566928"/>
          </a:xfrm>
        </p:spPr>
        <p:txBody>
          <a:bodyPr anchor="ctr">
            <a:normAutofit/>
          </a:bodyPr>
          <a:lstStyle>
            <a:lvl1pPr algn="l"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46048" y="1170432"/>
            <a:ext cx="10192512" cy="4114800"/>
          </a:xfrm>
          <a:solidFill>
            <a:schemeClr val="accent6">
              <a:lumMod val="20000"/>
              <a:lumOff val="8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black">
          <a:xfrm>
            <a:off x="1146048" y="5385816"/>
            <a:ext cx="10204704" cy="78638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4D6B9-5611-42A2-B892-29FBF24B2091}" type="datetimeFigureOut">
              <a:rPr lang="ko-KR" altLang="en-US" smtClean="0"/>
              <a:t>2024-03-12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4286-AFDF-42B0-9471-299A29A47E9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Oval 7"/>
          <p:cNvSpPr/>
          <p:nvPr/>
        </p:nvSpPr>
        <p:spPr bwMode="gray">
          <a:xfrm>
            <a:off x="621792" y="658368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621792" y="5440680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77943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9488" y="128016"/>
            <a:ext cx="8193024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527048"/>
            <a:ext cx="10972800" cy="459943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4D6B9-5611-42A2-B892-29FBF24B2091}" type="datetimeFigureOut">
              <a:rPr lang="ko-KR" altLang="en-US" smtClean="0"/>
              <a:t>2024-03-12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F4286-AFDF-42B0-9471-299A29A47E9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 bwMode="gray">
          <a:xfrm>
            <a:off x="4023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/>
          <p:cNvSpPr/>
          <p:nvPr/>
        </p:nvSpPr>
        <p:spPr bwMode="gray">
          <a:xfrm>
            <a:off x="10119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 bwMode="gray">
          <a:xfrm>
            <a:off x="1621536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/>
          <p:cNvSpPr/>
          <p:nvPr/>
        </p:nvSpPr>
        <p:spPr bwMode="gray">
          <a:xfrm>
            <a:off x="101803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/>
          <p:cNvSpPr/>
          <p:nvPr/>
        </p:nvSpPr>
        <p:spPr bwMode="gray">
          <a:xfrm>
            <a:off x="107899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 bwMode="gray">
          <a:xfrm>
            <a:off x="11399520" y="530352"/>
            <a:ext cx="377952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0713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/>
        </p:nvSpPr>
        <p:spPr bwMode="gray">
          <a:xfrm flipH="1" flipV="1">
            <a:off x="9025831" y="6204296"/>
            <a:ext cx="1137093" cy="653704"/>
          </a:xfrm>
          <a:custGeom>
            <a:avLst/>
            <a:gdLst>
              <a:gd name="connsiteX0" fmla="*/ 0 w 1310936"/>
              <a:gd name="connsiteY0" fmla="*/ 0 h 1115627"/>
              <a:gd name="connsiteX1" fmla="*/ 435006 w 1310936"/>
              <a:gd name="connsiteY1" fmla="*/ 1115627 h 1115627"/>
              <a:gd name="connsiteX2" fmla="*/ 1310936 w 1310936"/>
              <a:gd name="connsiteY2" fmla="*/ 645111 h 1115627"/>
              <a:gd name="connsiteX3" fmla="*/ 1222159 w 1310936"/>
              <a:gd name="connsiteY3" fmla="*/ 0 h 1115627"/>
              <a:gd name="connsiteX4" fmla="*/ 0 w 1310936"/>
              <a:gd name="connsiteY4" fmla="*/ 0 h 1115627"/>
              <a:gd name="connsiteX0" fmla="*/ 0 w 1310936"/>
              <a:gd name="connsiteY0" fmla="*/ 0 h 1063415"/>
              <a:gd name="connsiteX1" fmla="*/ 414592 w 1310936"/>
              <a:gd name="connsiteY1" fmla="*/ 1063415 h 1063415"/>
              <a:gd name="connsiteX2" fmla="*/ 1310936 w 1310936"/>
              <a:gd name="connsiteY2" fmla="*/ 645111 h 1063415"/>
              <a:gd name="connsiteX3" fmla="*/ 1222159 w 1310936"/>
              <a:gd name="connsiteY3" fmla="*/ 0 h 1063415"/>
              <a:gd name="connsiteX4" fmla="*/ 0 w 1310936"/>
              <a:gd name="connsiteY4" fmla="*/ 0 h 1063415"/>
              <a:gd name="connsiteX0" fmla="*/ 0 w 1328969"/>
              <a:gd name="connsiteY0" fmla="*/ 0 h 1063415"/>
              <a:gd name="connsiteX1" fmla="*/ 414592 w 1328969"/>
              <a:gd name="connsiteY1" fmla="*/ 1063415 h 1063415"/>
              <a:gd name="connsiteX2" fmla="*/ 1328969 w 1328969"/>
              <a:gd name="connsiteY2" fmla="*/ 764808 h 1063415"/>
              <a:gd name="connsiteX3" fmla="*/ 1222159 w 1328969"/>
              <a:gd name="connsiteY3" fmla="*/ 0 h 1063415"/>
              <a:gd name="connsiteX4" fmla="*/ 0 w 1328969"/>
              <a:gd name="connsiteY4" fmla="*/ 0 h 1063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969" h="1063415">
                <a:moveTo>
                  <a:pt x="0" y="0"/>
                </a:moveTo>
                <a:lnTo>
                  <a:pt x="414592" y="1063415"/>
                </a:lnTo>
                <a:lnTo>
                  <a:pt x="1328969" y="764808"/>
                </a:lnTo>
                <a:lnTo>
                  <a:pt x="122215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Freeform 12"/>
          <p:cNvSpPr/>
          <p:nvPr/>
        </p:nvSpPr>
        <p:spPr bwMode="gray">
          <a:xfrm flipH="1" flipV="1">
            <a:off x="9882508" y="5623560"/>
            <a:ext cx="2316480" cy="1234440"/>
          </a:xfrm>
          <a:custGeom>
            <a:avLst/>
            <a:gdLst>
              <a:gd name="connsiteX0" fmla="*/ 0 w 2013857"/>
              <a:gd name="connsiteY0" fmla="*/ 10886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10886 h 1436914"/>
              <a:gd name="connsiteX0" fmla="*/ 0 w 2013857"/>
              <a:gd name="connsiteY0" fmla="*/ 2008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2008 h 1436914"/>
              <a:gd name="connsiteX0" fmla="*/ 5918 w 2019775"/>
              <a:gd name="connsiteY0" fmla="*/ 2008 h 1452979"/>
              <a:gd name="connsiteX1" fmla="*/ 5918 w 2019775"/>
              <a:gd name="connsiteY1" fmla="*/ 1436914 h 1452979"/>
              <a:gd name="connsiteX2" fmla="*/ 0 w 2019775"/>
              <a:gd name="connsiteY2" fmla="*/ 1452979 h 1452979"/>
              <a:gd name="connsiteX3" fmla="*/ 2019775 w 2019775"/>
              <a:gd name="connsiteY3" fmla="*/ 794657 h 1452979"/>
              <a:gd name="connsiteX4" fmla="*/ 1693204 w 2019775"/>
              <a:gd name="connsiteY4" fmla="*/ 0 h 1452979"/>
              <a:gd name="connsiteX5" fmla="*/ 5918 w 2019775"/>
              <a:gd name="connsiteY5" fmla="*/ 2008 h 145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9775" h="1452979">
                <a:moveTo>
                  <a:pt x="5918" y="2008"/>
                </a:moveTo>
                <a:lnTo>
                  <a:pt x="5918" y="1436914"/>
                </a:lnTo>
                <a:lnTo>
                  <a:pt x="0" y="1452979"/>
                </a:lnTo>
                <a:lnTo>
                  <a:pt x="2019775" y="794657"/>
                </a:lnTo>
                <a:lnTo>
                  <a:pt x="1693204" y="0"/>
                </a:lnTo>
                <a:lnTo>
                  <a:pt x="5918" y="200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7" name="Group 6"/>
          <p:cNvGrpSpPr/>
          <p:nvPr/>
        </p:nvGrpSpPr>
        <p:grpSpPr bwMode="gray">
          <a:xfrm>
            <a:off x="-7891" y="0"/>
            <a:ext cx="3206496" cy="1783080"/>
            <a:chOff x="-5918" y="0"/>
            <a:chExt cx="3089429" cy="2295395"/>
          </a:xfrm>
        </p:grpSpPr>
        <p:sp>
          <p:nvSpPr>
            <p:cNvPr id="8" name="Freeform 7"/>
            <p:cNvSpPr/>
            <p:nvPr userDrawn="1"/>
          </p:nvSpPr>
          <p:spPr bwMode="gray">
            <a:xfrm>
              <a:off x="1772575" y="0"/>
              <a:ext cx="1310936" cy="1115627"/>
            </a:xfrm>
            <a:custGeom>
              <a:avLst/>
              <a:gdLst>
                <a:gd name="connsiteX0" fmla="*/ 0 w 1310936"/>
                <a:gd name="connsiteY0" fmla="*/ 0 h 1115627"/>
                <a:gd name="connsiteX1" fmla="*/ 435006 w 1310936"/>
                <a:gd name="connsiteY1" fmla="*/ 1115627 h 1115627"/>
                <a:gd name="connsiteX2" fmla="*/ 1310936 w 1310936"/>
                <a:gd name="connsiteY2" fmla="*/ 645111 h 1115627"/>
                <a:gd name="connsiteX3" fmla="*/ 1222159 w 1310936"/>
                <a:gd name="connsiteY3" fmla="*/ 0 h 1115627"/>
                <a:gd name="connsiteX4" fmla="*/ 0 w 1310936"/>
                <a:gd name="connsiteY4" fmla="*/ 0 h 111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0936" h="1115627">
                  <a:moveTo>
                    <a:pt x="0" y="0"/>
                  </a:moveTo>
                  <a:lnTo>
                    <a:pt x="435006" y="1115627"/>
                  </a:lnTo>
                  <a:lnTo>
                    <a:pt x="1310936" y="645111"/>
                  </a:lnTo>
                  <a:lnTo>
                    <a:pt x="1222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Freeform 8"/>
            <p:cNvSpPr/>
            <p:nvPr userDrawn="1"/>
          </p:nvSpPr>
          <p:spPr bwMode="gray">
            <a:xfrm>
              <a:off x="-5918" y="0"/>
              <a:ext cx="2019775" cy="1452979"/>
            </a:xfrm>
            <a:custGeom>
              <a:avLst/>
              <a:gdLst>
                <a:gd name="connsiteX0" fmla="*/ 0 w 2013857"/>
                <a:gd name="connsiteY0" fmla="*/ 10886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10886 h 1436914"/>
                <a:gd name="connsiteX0" fmla="*/ 0 w 2013857"/>
                <a:gd name="connsiteY0" fmla="*/ 2008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2008 h 1436914"/>
                <a:gd name="connsiteX0" fmla="*/ 5918 w 2019775"/>
                <a:gd name="connsiteY0" fmla="*/ 2008 h 1452979"/>
                <a:gd name="connsiteX1" fmla="*/ 5918 w 2019775"/>
                <a:gd name="connsiteY1" fmla="*/ 1436914 h 1452979"/>
                <a:gd name="connsiteX2" fmla="*/ 0 w 2019775"/>
                <a:gd name="connsiteY2" fmla="*/ 1452979 h 1452979"/>
                <a:gd name="connsiteX3" fmla="*/ 2019775 w 2019775"/>
                <a:gd name="connsiteY3" fmla="*/ 794657 h 1452979"/>
                <a:gd name="connsiteX4" fmla="*/ 1693204 w 2019775"/>
                <a:gd name="connsiteY4" fmla="*/ 0 h 1452979"/>
                <a:gd name="connsiteX5" fmla="*/ 5918 w 2019775"/>
                <a:gd name="connsiteY5" fmla="*/ 2008 h 145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9775" h="1452979">
                  <a:moveTo>
                    <a:pt x="5918" y="2008"/>
                  </a:moveTo>
                  <a:lnTo>
                    <a:pt x="5918" y="1436914"/>
                  </a:lnTo>
                  <a:lnTo>
                    <a:pt x="0" y="1452979"/>
                  </a:lnTo>
                  <a:lnTo>
                    <a:pt x="2019775" y="794657"/>
                  </a:lnTo>
                  <a:lnTo>
                    <a:pt x="1693204" y="0"/>
                  </a:lnTo>
                  <a:lnTo>
                    <a:pt x="5918" y="200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Freeform 9"/>
            <p:cNvSpPr/>
            <p:nvPr userDrawn="1"/>
          </p:nvSpPr>
          <p:spPr bwMode="gray">
            <a:xfrm>
              <a:off x="-3132" y="895611"/>
              <a:ext cx="2156565" cy="1399784"/>
            </a:xfrm>
            <a:custGeom>
              <a:avLst/>
              <a:gdLst>
                <a:gd name="connsiteX0" fmla="*/ 2048006 w 2148214"/>
                <a:gd name="connsiteY0" fmla="*/ 0 h 1399784"/>
                <a:gd name="connsiteX1" fmla="*/ 2148214 w 2148214"/>
                <a:gd name="connsiteY1" fmla="*/ 253652 h 1399784"/>
                <a:gd name="connsiteX2" fmla="*/ 0 w 2148214"/>
                <a:gd name="connsiteY2" fmla="*/ 1399784 h 1399784"/>
                <a:gd name="connsiteX3" fmla="*/ 0 w 2148214"/>
                <a:gd name="connsiteY3" fmla="*/ 676405 h 1399784"/>
                <a:gd name="connsiteX4" fmla="*/ 2048006 w 2148214"/>
                <a:gd name="connsiteY4" fmla="*/ 0 h 1399784"/>
                <a:gd name="connsiteX0" fmla="*/ 2048006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48006 w 2156565"/>
                <a:gd name="connsiteY4" fmla="*/ 0 h 1399784"/>
                <a:gd name="connsiteX0" fmla="*/ 2060532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60532 w 2156565"/>
                <a:gd name="connsiteY4" fmla="*/ 0 h 139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6565" h="1399784">
                  <a:moveTo>
                    <a:pt x="2060532" y="0"/>
                  </a:moveTo>
                  <a:lnTo>
                    <a:pt x="2156565" y="247389"/>
                  </a:lnTo>
                  <a:lnTo>
                    <a:pt x="0" y="1399784"/>
                  </a:lnTo>
                  <a:lnTo>
                    <a:pt x="0" y="676405"/>
                  </a:lnTo>
                  <a:lnTo>
                    <a:pt x="20605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gray">
          <a:xfrm>
            <a:off x="9339072" y="274639"/>
            <a:ext cx="2243328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gray">
          <a:xfrm>
            <a:off x="609600" y="274639"/>
            <a:ext cx="8534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609600" y="6583680"/>
            <a:ext cx="2844800" cy="228600"/>
          </a:xfrm>
        </p:spPr>
        <p:txBody>
          <a:bodyPr/>
          <a:lstStyle/>
          <a:p>
            <a:fld id="{58B4D6B9-5611-42A2-B892-29FBF24B2091}" type="datetimeFigureOut">
              <a:rPr lang="ko-KR" altLang="en-US" smtClean="0"/>
              <a:t>2024-03-12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3560064" y="6583680"/>
            <a:ext cx="5486400" cy="2286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>
          <a:xfrm>
            <a:off x="9351264" y="6583680"/>
            <a:ext cx="609600" cy="228600"/>
          </a:xfrm>
        </p:spPr>
        <p:txBody>
          <a:bodyPr/>
          <a:lstStyle/>
          <a:p>
            <a:fld id="{700F4286-AFDF-42B0-9471-299A29A47E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866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6" name="Freeform 15"/>
          <p:cNvSpPr/>
          <p:nvPr/>
        </p:nvSpPr>
        <p:spPr bwMode="gray">
          <a:xfrm>
            <a:off x="-1" y="6229431"/>
            <a:ext cx="1822764" cy="209846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7073" h="209846">
                <a:moveTo>
                  <a:pt x="0" y="0"/>
                </a:moveTo>
                <a:lnTo>
                  <a:pt x="1230086" y="21771"/>
                </a:lnTo>
                <a:lnTo>
                  <a:pt x="1367073" y="143886"/>
                </a:lnTo>
                <a:lnTo>
                  <a:pt x="521760" y="146472"/>
                </a:lnTo>
                <a:lnTo>
                  <a:pt x="507856" y="209846"/>
                </a:lnTo>
                <a:lnTo>
                  <a:pt x="1833" y="2083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Freeform 16"/>
          <p:cNvSpPr/>
          <p:nvPr/>
        </p:nvSpPr>
        <p:spPr bwMode="gray">
          <a:xfrm>
            <a:off x="749" y="6469524"/>
            <a:ext cx="1451972" cy="388477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8979" h="388477">
                <a:moveTo>
                  <a:pt x="310" y="697"/>
                </a:moveTo>
                <a:lnTo>
                  <a:pt x="498339" y="0"/>
                </a:lnTo>
                <a:lnTo>
                  <a:pt x="464654" y="104880"/>
                </a:lnTo>
                <a:lnTo>
                  <a:pt x="1028546" y="104448"/>
                </a:lnTo>
                <a:lnTo>
                  <a:pt x="1088979" y="388477"/>
                </a:lnTo>
                <a:lnTo>
                  <a:pt x="1035" y="386331"/>
                </a:lnTo>
                <a:cubicBezTo>
                  <a:pt x="0" y="256993"/>
                  <a:pt x="1345" y="130035"/>
                  <a:pt x="310" y="6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Freeform 17"/>
          <p:cNvSpPr/>
          <p:nvPr/>
        </p:nvSpPr>
        <p:spPr bwMode="gray">
          <a:xfrm>
            <a:off x="668880" y="6389202"/>
            <a:ext cx="6048469" cy="160684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6352" h="369387">
                <a:moveTo>
                  <a:pt x="48436" y="0"/>
                </a:moveTo>
                <a:lnTo>
                  <a:pt x="4536352" y="26326"/>
                </a:lnTo>
                <a:lnTo>
                  <a:pt x="4472120" y="299405"/>
                </a:lnTo>
                <a:lnTo>
                  <a:pt x="0" y="369388"/>
                </a:lnTo>
                <a:lnTo>
                  <a:pt x="48436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Freeform 18"/>
          <p:cNvSpPr/>
          <p:nvPr/>
        </p:nvSpPr>
        <p:spPr bwMode="gray">
          <a:xfrm>
            <a:off x="1411361" y="6550388"/>
            <a:ext cx="9519352" cy="318498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48436 w 4536352"/>
              <a:gd name="connsiteY0" fmla="*/ 0 h 369388"/>
              <a:gd name="connsiteX1" fmla="*/ 4536352 w 4536352"/>
              <a:gd name="connsiteY1" fmla="*/ 26326 h 369388"/>
              <a:gd name="connsiteX2" fmla="*/ 4507345 w 4536352"/>
              <a:gd name="connsiteY2" fmla="*/ 341536 h 369388"/>
              <a:gd name="connsiteX3" fmla="*/ 0 w 4536352"/>
              <a:gd name="connsiteY3" fmla="*/ 369388 h 369388"/>
              <a:gd name="connsiteX4" fmla="*/ 48436 w 4536352"/>
              <a:gd name="connsiteY4" fmla="*/ 0 h 369388"/>
              <a:gd name="connsiteX0" fmla="*/ 0 w 4601879"/>
              <a:gd name="connsiteY0" fmla="*/ 52440 h 343062"/>
              <a:gd name="connsiteX1" fmla="*/ 4601879 w 4601879"/>
              <a:gd name="connsiteY1" fmla="*/ 0 h 343062"/>
              <a:gd name="connsiteX2" fmla="*/ 4572872 w 4601879"/>
              <a:gd name="connsiteY2" fmla="*/ 315210 h 343062"/>
              <a:gd name="connsiteX3" fmla="*/ 65527 w 4601879"/>
              <a:gd name="connsiteY3" fmla="*/ 343062 h 343062"/>
              <a:gd name="connsiteX4" fmla="*/ 0 w 4601879"/>
              <a:gd name="connsiteY4" fmla="*/ 52440 h 343062"/>
              <a:gd name="connsiteX0" fmla="*/ 0 w 4563837"/>
              <a:gd name="connsiteY0" fmla="*/ 22845 h 343062"/>
              <a:gd name="connsiteX1" fmla="*/ 4563837 w 4563837"/>
              <a:gd name="connsiteY1" fmla="*/ 0 h 343062"/>
              <a:gd name="connsiteX2" fmla="*/ 4534830 w 4563837"/>
              <a:gd name="connsiteY2" fmla="*/ 315210 h 343062"/>
              <a:gd name="connsiteX3" fmla="*/ 27485 w 4563837"/>
              <a:gd name="connsiteY3" fmla="*/ 343062 h 343062"/>
              <a:gd name="connsiteX4" fmla="*/ 0 w 4563837"/>
              <a:gd name="connsiteY4" fmla="*/ 22845 h 343062"/>
              <a:gd name="connsiteX0" fmla="*/ 0 w 4563837"/>
              <a:gd name="connsiteY0" fmla="*/ 22845 h 332300"/>
              <a:gd name="connsiteX1" fmla="*/ 4563837 w 4563837"/>
              <a:gd name="connsiteY1" fmla="*/ 0 h 332300"/>
              <a:gd name="connsiteX2" fmla="*/ 4534830 w 4563837"/>
              <a:gd name="connsiteY2" fmla="*/ 315210 h 332300"/>
              <a:gd name="connsiteX3" fmla="*/ 32050 w 4563837"/>
              <a:gd name="connsiteY3" fmla="*/ 332300 h 332300"/>
              <a:gd name="connsiteX4" fmla="*/ 0 w 4563837"/>
              <a:gd name="connsiteY4" fmla="*/ 22845 h 332300"/>
              <a:gd name="connsiteX0" fmla="*/ 0 w 4563837"/>
              <a:gd name="connsiteY0" fmla="*/ 22845 h 332300"/>
              <a:gd name="connsiteX1" fmla="*/ 4563837 w 4563837"/>
              <a:gd name="connsiteY1" fmla="*/ 0 h 332300"/>
              <a:gd name="connsiteX2" fmla="*/ 4512005 w 4563837"/>
              <a:gd name="connsiteY2" fmla="*/ 328662 h 332300"/>
              <a:gd name="connsiteX3" fmla="*/ 32050 w 4563837"/>
              <a:gd name="connsiteY3" fmla="*/ 332300 h 332300"/>
              <a:gd name="connsiteX4" fmla="*/ 0 w 4563837"/>
              <a:gd name="connsiteY4" fmla="*/ 22845 h 332300"/>
              <a:gd name="connsiteX0" fmla="*/ 0 w 4562315"/>
              <a:gd name="connsiteY0" fmla="*/ 30917 h 340372"/>
              <a:gd name="connsiteX1" fmla="*/ 4562315 w 4562315"/>
              <a:gd name="connsiteY1" fmla="*/ 0 h 340372"/>
              <a:gd name="connsiteX2" fmla="*/ 4512005 w 4562315"/>
              <a:gd name="connsiteY2" fmla="*/ 336734 h 340372"/>
              <a:gd name="connsiteX3" fmla="*/ 32050 w 4562315"/>
              <a:gd name="connsiteY3" fmla="*/ 340372 h 340372"/>
              <a:gd name="connsiteX4" fmla="*/ 0 w 4562315"/>
              <a:gd name="connsiteY4" fmla="*/ 30917 h 34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2315" h="340372">
                <a:moveTo>
                  <a:pt x="0" y="30917"/>
                </a:moveTo>
                <a:lnTo>
                  <a:pt x="4562315" y="0"/>
                </a:lnTo>
                <a:lnTo>
                  <a:pt x="4512005" y="336734"/>
                </a:lnTo>
                <a:lnTo>
                  <a:pt x="32050" y="340372"/>
                </a:lnTo>
                <a:lnTo>
                  <a:pt x="0" y="3091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Freeform 19"/>
          <p:cNvSpPr/>
          <p:nvPr/>
        </p:nvSpPr>
        <p:spPr bwMode="gray">
          <a:xfrm>
            <a:off x="6673851" y="6324681"/>
            <a:ext cx="1569095" cy="200026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0581" h="323214">
                <a:moveTo>
                  <a:pt x="379208" y="-1"/>
                </a:moveTo>
                <a:lnTo>
                  <a:pt x="4545802" y="53258"/>
                </a:lnTo>
                <a:lnTo>
                  <a:pt x="4670581" y="310948"/>
                </a:lnTo>
                <a:lnTo>
                  <a:pt x="0" y="323214"/>
                </a:lnTo>
                <a:lnTo>
                  <a:pt x="379208" y="-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Freeform 20"/>
          <p:cNvSpPr/>
          <p:nvPr/>
        </p:nvSpPr>
        <p:spPr bwMode="gray">
          <a:xfrm>
            <a:off x="8224171" y="6353256"/>
            <a:ext cx="3290141" cy="166689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  <a:gd name="connsiteX0" fmla="*/ 0 w 4745669"/>
              <a:gd name="connsiteY0" fmla="*/ 4456 h 269955"/>
              <a:gd name="connsiteX1" fmla="*/ 4620890 w 4745669"/>
              <a:gd name="connsiteY1" fmla="*/ -1 h 269955"/>
              <a:gd name="connsiteX2" fmla="*/ 4745669 w 4745669"/>
              <a:gd name="connsiteY2" fmla="*/ 257689 h 269955"/>
              <a:gd name="connsiteX3" fmla="*/ 75088 w 4745669"/>
              <a:gd name="connsiteY3" fmla="*/ 269955 h 269955"/>
              <a:gd name="connsiteX4" fmla="*/ 0 w 4745669"/>
              <a:gd name="connsiteY4" fmla="*/ 4456 h 269955"/>
              <a:gd name="connsiteX0" fmla="*/ 0 w 4745669"/>
              <a:gd name="connsiteY0" fmla="*/ 4458 h 273804"/>
              <a:gd name="connsiteX1" fmla="*/ 4620890 w 4745669"/>
              <a:gd name="connsiteY1" fmla="*/ 1 h 273804"/>
              <a:gd name="connsiteX2" fmla="*/ 4745669 w 4745669"/>
              <a:gd name="connsiteY2" fmla="*/ 257691 h 273804"/>
              <a:gd name="connsiteX3" fmla="*/ 90402 w 4745669"/>
              <a:gd name="connsiteY3" fmla="*/ 273804 h 273804"/>
              <a:gd name="connsiteX4" fmla="*/ 0 w 4745669"/>
              <a:gd name="connsiteY4" fmla="*/ 4458 h 273804"/>
              <a:gd name="connsiteX0" fmla="*/ 0 w 4715043"/>
              <a:gd name="connsiteY0" fmla="*/ 4456 h 273802"/>
              <a:gd name="connsiteX1" fmla="*/ 4620890 w 4715043"/>
              <a:gd name="connsiteY1" fmla="*/ -1 h 273802"/>
              <a:gd name="connsiteX2" fmla="*/ 4715043 w 4715043"/>
              <a:gd name="connsiteY2" fmla="*/ 242298 h 273802"/>
              <a:gd name="connsiteX3" fmla="*/ 90402 w 4715043"/>
              <a:gd name="connsiteY3" fmla="*/ 273802 h 273802"/>
              <a:gd name="connsiteX4" fmla="*/ 0 w 4715043"/>
              <a:gd name="connsiteY4" fmla="*/ 4456 h 273802"/>
              <a:gd name="connsiteX0" fmla="*/ 0 w 5289574"/>
              <a:gd name="connsiteY0" fmla="*/ -1 h 269345"/>
              <a:gd name="connsiteX1" fmla="*/ 5289574 w 5289574"/>
              <a:gd name="connsiteY1" fmla="*/ 22476 h 269345"/>
              <a:gd name="connsiteX2" fmla="*/ 4715043 w 5289574"/>
              <a:gd name="connsiteY2" fmla="*/ 237841 h 269345"/>
              <a:gd name="connsiteX3" fmla="*/ 90402 w 5289574"/>
              <a:gd name="connsiteY3" fmla="*/ 269345 h 269345"/>
              <a:gd name="connsiteX4" fmla="*/ 0 w 5289574"/>
              <a:gd name="connsiteY4" fmla="*/ -1 h 269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9574" h="269345">
                <a:moveTo>
                  <a:pt x="0" y="-1"/>
                </a:moveTo>
                <a:lnTo>
                  <a:pt x="5289574" y="22476"/>
                </a:lnTo>
                <a:lnTo>
                  <a:pt x="4715043" y="237841"/>
                </a:lnTo>
                <a:lnTo>
                  <a:pt x="90402" y="269345"/>
                </a:lnTo>
                <a:lnTo>
                  <a:pt x="0" y="-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Freeform 21"/>
          <p:cNvSpPr/>
          <p:nvPr/>
        </p:nvSpPr>
        <p:spPr bwMode="gray">
          <a:xfrm>
            <a:off x="11223081" y="6360400"/>
            <a:ext cx="791120" cy="149573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  <a:gd name="connsiteX0" fmla="*/ 0 w 4745669"/>
              <a:gd name="connsiteY0" fmla="*/ 4456 h 269955"/>
              <a:gd name="connsiteX1" fmla="*/ 4620890 w 4745669"/>
              <a:gd name="connsiteY1" fmla="*/ -1 h 269955"/>
              <a:gd name="connsiteX2" fmla="*/ 4745669 w 4745669"/>
              <a:gd name="connsiteY2" fmla="*/ 257689 h 269955"/>
              <a:gd name="connsiteX3" fmla="*/ 75088 w 4745669"/>
              <a:gd name="connsiteY3" fmla="*/ 269955 h 269955"/>
              <a:gd name="connsiteX4" fmla="*/ 0 w 4745669"/>
              <a:gd name="connsiteY4" fmla="*/ 4456 h 269955"/>
              <a:gd name="connsiteX0" fmla="*/ 0 w 4745669"/>
              <a:gd name="connsiteY0" fmla="*/ 4458 h 273804"/>
              <a:gd name="connsiteX1" fmla="*/ 4620890 w 4745669"/>
              <a:gd name="connsiteY1" fmla="*/ 1 h 273804"/>
              <a:gd name="connsiteX2" fmla="*/ 4745669 w 4745669"/>
              <a:gd name="connsiteY2" fmla="*/ 257691 h 273804"/>
              <a:gd name="connsiteX3" fmla="*/ 90402 w 4745669"/>
              <a:gd name="connsiteY3" fmla="*/ 273804 h 273804"/>
              <a:gd name="connsiteX4" fmla="*/ 0 w 4745669"/>
              <a:gd name="connsiteY4" fmla="*/ 4458 h 273804"/>
              <a:gd name="connsiteX0" fmla="*/ 0 w 4715043"/>
              <a:gd name="connsiteY0" fmla="*/ 4456 h 273802"/>
              <a:gd name="connsiteX1" fmla="*/ 4620890 w 4715043"/>
              <a:gd name="connsiteY1" fmla="*/ -1 h 273802"/>
              <a:gd name="connsiteX2" fmla="*/ 4715043 w 4715043"/>
              <a:gd name="connsiteY2" fmla="*/ 242298 h 273802"/>
              <a:gd name="connsiteX3" fmla="*/ 90402 w 4715043"/>
              <a:gd name="connsiteY3" fmla="*/ 273802 h 273802"/>
              <a:gd name="connsiteX4" fmla="*/ 0 w 4715043"/>
              <a:gd name="connsiteY4" fmla="*/ 4456 h 273802"/>
              <a:gd name="connsiteX0" fmla="*/ 0 w 5289574"/>
              <a:gd name="connsiteY0" fmla="*/ -1 h 269345"/>
              <a:gd name="connsiteX1" fmla="*/ 5289574 w 5289574"/>
              <a:gd name="connsiteY1" fmla="*/ 22476 h 269345"/>
              <a:gd name="connsiteX2" fmla="*/ 4715043 w 5289574"/>
              <a:gd name="connsiteY2" fmla="*/ 237841 h 269345"/>
              <a:gd name="connsiteX3" fmla="*/ 90402 w 5289574"/>
              <a:gd name="connsiteY3" fmla="*/ 269345 h 269345"/>
              <a:gd name="connsiteX4" fmla="*/ 0 w 5289574"/>
              <a:gd name="connsiteY4" fmla="*/ -1 h 269345"/>
              <a:gd name="connsiteX0" fmla="*/ 0 w 7532923"/>
              <a:gd name="connsiteY0" fmla="*/ 1 h 269347"/>
              <a:gd name="connsiteX1" fmla="*/ 7532923 w 7532923"/>
              <a:gd name="connsiteY1" fmla="*/ 3240 h 269347"/>
              <a:gd name="connsiteX2" fmla="*/ 4715043 w 7532923"/>
              <a:gd name="connsiteY2" fmla="*/ 237843 h 269347"/>
              <a:gd name="connsiteX3" fmla="*/ 90402 w 7532923"/>
              <a:gd name="connsiteY3" fmla="*/ 269347 h 269347"/>
              <a:gd name="connsiteX4" fmla="*/ 0 w 7532923"/>
              <a:gd name="connsiteY4" fmla="*/ 1 h 269347"/>
              <a:gd name="connsiteX0" fmla="*/ 4254606 w 7442522"/>
              <a:gd name="connsiteY0" fmla="*/ 0 h 273193"/>
              <a:gd name="connsiteX1" fmla="*/ 7442522 w 7442522"/>
              <a:gd name="connsiteY1" fmla="*/ 7086 h 273193"/>
              <a:gd name="connsiteX2" fmla="*/ 4624642 w 7442522"/>
              <a:gd name="connsiteY2" fmla="*/ 241689 h 273193"/>
              <a:gd name="connsiteX3" fmla="*/ 1 w 7442522"/>
              <a:gd name="connsiteY3" fmla="*/ 273193 h 273193"/>
              <a:gd name="connsiteX4" fmla="*/ 4254606 w 7442522"/>
              <a:gd name="connsiteY4" fmla="*/ 0 h 273193"/>
              <a:gd name="connsiteX0" fmla="*/ 2696066 w 5883982"/>
              <a:gd name="connsiteY0" fmla="*/ 0 h 241689"/>
              <a:gd name="connsiteX1" fmla="*/ 5883982 w 5883982"/>
              <a:gd name="connsiteY1" fmla="*/ 7086 h 241689"/>
              <a:gd name="connsiteX2" fmla="*/ 3066102 w 5883982"/>
              <a:gd name="connsiteY2" fmla="*/ 241689 h 241689"/>
              <a:gd name="connsiteX3" fmla="*/ 0 w 5883982"/>
              <a:gd name="connsiteY3" fmla="*/ 238564 h 241689"/>
              <a:gd name="connsiteX4" fmla="*/ 2696066 w 5883982"/>
              <a:gd name="connsiteY4" fmla="*/ 0 h 241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83982" h="241689">
                <a:moveTo>
                  <a:pt x="2696066" y="0"/>
                </a:moveTo>
                <a:lnTo>
                  <a:pt x="5883982" y="7086"/>
                </a:lnTo>
                <a:lnTo>
                  <a:pt x="3066102" y="241689"/>
                </a:lnTo>
                <a:lnTo>
                  <a:pt x="0" y="238564"/>
                </a:lnTo>
                <a:lnTo>
                  <a:pt x="2696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Freeform 22"/>
          <p:cNvSpPr/>
          <p:nvPr/>
        </p:nvSpPr>
        <p:spPr bwMode="gray">
          <a:xfrm>
            <a:off x="10883358" y="6362781"/>
            <a:ext cx="1307596" cy="495219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  <a:gd name="connsiteX0" fmla="*/ 0 w 4745669"/>
              <a:gd name="connsiteY0" fmla="*/ 4456 h 269955"/>
              <a:gd name="connsiteX1" fmla="*/ 4620890 w 4745669"/>
              <a:gd name="connsiteY1" fmla="*/ -1 h 269955"/>
              <a:gd name="connsiteX2" fmla="*/ 4745669 w 4745669"/>
              <a:gd name="connsiteY2" fmla="*/ 257689 h 269955"/>
              <a:gd name="connsiteX3" fmla="*/ 75088 w 4745669"/>
              <a:gd name="connsiteY3" fmla="*/ 269955 h 269955"/>
              <a:gd name="connsiteX4" fmla="*/ 0 w 4745669"/>
              <a:gd name="connsiteY4" fmla="*/ 4456 h 269955"/>
              <a:gd name="connsiteX0" fmla="*/ 0 w 4745669"/>
              <a:gd name="connsiteY0" fmla="*/ 4458 h 273804"/>
              <a:gd name="connsiteX1" fmla="*/ 4620890 w 4745669"/>
              <a:gd name="connsiteY1" fmla="*/ 1 h 273804"/>
              <a:gd name="connsiteX2" fmla="*/ 4745669 w 4745669"/>
              <a:gd name="connsiteY2" fmla="*/ 257691 h 273804"/>
              <a:gd name="connsiteX3" fmla="*/ 90402 w 4745669"/>
              <a:gd name="connsiteY3" fmla="*/ 273804 h 273804"/>
              <a:gd name="connsiteX4" fmla="*/ 0 w 4745669"/>
              <a:gd name="connsiteY4" fmla="*/ 4458 h 273804"/>
              <a:gd name="connsiteX0" fmla="*/ 0 w 4715043"/>
              <a:gd name="connsiteY0" fmla="*/ 4456 h 273802"/>
              <a:gd name="connsiteX1" fmla="*/ 4620890 w 4715043"/>
              <a:gd name="connsiteY1" fmla="*/ -1 h 273802"/>
              <a:gd name="connsiteX2" fmla="*/ 4715043 w 4715043"/>
              <a:gd name="connsiteY2" fmla="*/ 242298 h 273802"/>
              <a:gd name="connsiteX3" fmla="*/ 90402 w 4715043"/>
              <a:gd name="connsiteY3" fmla="*/ 273802 h 273802"/>
              <a:gd name="connsiteX4" fmla="*/ 0 w 4715043"/>
              <a:gd name="connsiteY4" fmla="*/ 4456 h 273802"/>
              <a:gd name="connsiteX0" fmla="*/ 0 w 5289574"/>
              <a:gd name="connsiteY0" fmla="*/ -1 h 269345"/>
              <a:gd name="connsiteX1" fmla="*/ 5289574 w 5289574"/>
              <a:gd name="connsiteY1" fmla="*/ 22476 h 269345"/>
              <a:gd name="connsiteX2" fmla="*/ 4715043 w 5289574"/>
              <a:gd name="connsiteY2" fmla="*/ 237841 h 269345"/>
              <a:gd name="connsiteX3" fmla="*/ 90402 w 5289574"/>
              <a:gd name="connsiteY3" fmla="*/ 269345 h 269345"/>
              <a:gd name="connsiteX4" fmla="*/ 0 w 5289574"/>
              <a:gd name="connsiteY4" fmla="*/ -1 h 269345"/>
              <a:gd name="connsiteX0" fmla="*/ 0 w 7532923"/>
              <a:gd name="connsiteY0" fmla="*/ 1 h 269347"/>
              <a:gd name="connsiteX1" fmla="*/ 7532923 w 7532923"/>
              <a:gd name="connsiteY1" fmla="*/ 3240 h 269347"/>
              <a:gd name="connsiteX2" fmla="*/ 4715043 w 7532923"/>
              <a:gd name="connsiteY2" fmla="*/ 237843 h 269347"/>
              <a:gd name="connsiteX3" fmla="*/ 90402 w 7532923"/>
              <a:gd name="connsiteY3" fmla="*/ 269347 h 269347"/>
              <a:gd name="connsiteX4" fmla="*/ 0 w 7532923"/>
              <a:gd name="connsiteY4" fmla="*/ 1 h 269347"/>
              <a:gd name="connsiteX0" fmla="*/ 4254606 w 7442522"/>
              <a:gd name="connsiteY0" fmla="*/ 0 h 273193"/>
              <a:gd name="connsiteX1" fmla="*/ 7442522 w 7442522"/>
              <a:gd name="connsiteY1" fmla="*/ 7086 h 273193"/>
              <a:gd name="connsiteX2" fmla="*/ 4624642 w 7442522"/>
              <a:gd name="connsiteY2" fmla="*/ 241689 h 273193"/>
              <a:gd name="connsiteX3" fmla="*/ 1 w 7442522"/>
              <a:gd name="connsiteY3" fmla="*/ 273193 h 273193"/>
              <a:gd name="connsiteX4" fmla="*/ 4254606 w 7442522"/>
              <a:gd name="connsiteY4" fmla="*/ 0 h 273193"/>
              <a:gd name="connsiteX0" fmla="*/ 2696066 w 5883982"/>
              <a:gd name="connsiteY0" fmla="*/ 0 h 241689"/>
              <a:gd name="connsiteX1" fmla="*/ 5883982 w 5883982"/>
              <a:gd name="connsiteY1" fmla="*/ 7086 h 241689"/>
              <a:gd name="connsiteX2" fmla="*/ 3066102 w 5883982"/>
              <a:gd name="connsiteY2" fmla="*/ 241689 h 241689"/>
              <a:gd name="connsiteX3" fmla="*/ 0 w 5883982"/>
              <a:gd name="connsiteY3" fmla="*/ 238564 h 241689"/>
              <a:gd name="connsiteX4" fmla="*/ 2696066 w 5883982"/>
              <a:gd name="connsiteY4" fmla="*/ 0 h 241689"/>
              <a:gd name="connsiteX0" fmla="*/ 783321 w 5883982"/>
              <a:gd name="connsiteY0" fmla="*/ 0 h 238076"/>
              <a:gd name="connsiteX1" fmla="*/ 5883982 w 5883982"/>
              <a:gd name="connsiteY1" fmla="*/ 3473 h 238076"/>
              <a:gd name="connsiteX2" fmla="*/ 3066102 w 5883982"/>
              <a:gd name="connsiteY2" fmla="*/ 238076 h 238076"/>
              <a:gd name="connsiteX3" fmla="*/ 0 w 5883982"/>
              <a:gd name="connsiteY3" fmla="*/ 234951 h 238076"/>
              <a:gd name="connsiteX4" fmla="*/ 783321 w 5883982"/>
              <a:gd name="connsiteY4" fmla="*/ 0 h 238076"/>
              <a:gd name="connsiteX0" fmla="*/ 736088 w 5836749"/>
              <a:gd name="connsiteY0" fmla="*/ 0 h 238076"/>
              <a:gd name="connsiteX1" fmla="*/ 5836749 w 5836749"/>
              <a:gd name="connsiteY1" fmla="*/ 3473 h 238076"/>
              <a:gd name="connsiteX2" fmla="*/ 3018869 w 5836749"/>
              <a:gd name="connsiteY2" fmla="*/ 238076 h 238076"/>
              <a:gd name="connsiteX3" fmla="*/ 0 w 5836749"/>
              <a:gd name="connsiteY3" fmla="*/ 234951 h 238076"/>
              <a:gd name="connsiteX4" fmla="*/ 736088 w 5836749"/>
              <a:gd name="connsiteY4" fmla="*/ 0 h 238076"/>
              <a:gd name="connsiteX0" fmla="*/ 736088 w 9725290"/>
              <a:gd name="connsiteY0" fmla="*/ 0 h 234951"/>
              <a:gd name="connsiteX1" fmla="*/ 5836749 w 9725290"/>
              <a:gd name="connsiteY1" fmla="*/ 3473 h 234951"/>
              <a:gd name="connsiteX2" fmla="*/ 9725290 w 9725290"/>
              <a:gd name="connsiteY2" fmla="*/ 234464 h 234951"/>
              <a:gd name="connsiteX3" fmla="*/ 0 w 9725290"/>
              <a:gd name="connsiteY3" fmla="*/ 234951 h 234951"/>
              <a:gd name="connsiteX4" fmla="*/ 736088 w 9725290"/>
              <a:gd name="connsiteY4" fmla="*/ 0 h 234951"/>
              <a:gd name="connsiteX0" fmla="*/ 736088 w 9725290"/>
              <a:gd name="connsiteY0" fmla="*/ 0 h 234951"/>
              <a:gd name="connsiteX1" fmla="*/ 5836749 w 9725290"/>
              <a:gd name="connsiteY1" fmla="*/ 3473 h 234951"/>
              <a:gd name="connsiteX2" fmla="*/ 7111899 w 9725290"/>
              <a:gd name="connsiteY2" fmla="*/ 75858 h 234951"/>
              <a:gd name="connsiteX3" fmla="*/ 9725290 w 9725290"/>
              <a:gd name="connsiteY3" fmla="*/ 234464 h 234951"/>
              <a:gd name="connsiteX4" fmla="*/ 0 w 9725290"/>
              <a:gd name="connsiteY4" fmla="*/ 234951 h 234951"/>
              <a:gd name="connsiteX5" fmla="*/ 736088 w 9725290"/>
              <a:gd name="connsiteY5" fmla="*/ 0 h 234951"/>
              <a:gd name="connsiteX0" fmla="*/ 736088 w 9725290"/>
              <a:gd name="connsiteY0" fmla="*/ 133658 h 368609"/>
              <a:gd name="connsiteX1" fmla="*/ 5836749 w 9725290"/>
              <a:gd name="connsiteY1" fmla="*/ 137131 h 368609"/>
              <a:gd name="connsiteX2" fmla="*/ 9709463 w 9725290"/>
              <a:gd name="connsiteY2" fmla="*/ 0 h 368609"/>
              <a:gd name="connsiteX3" fmla="*/ 9725290 w 9725290"/>
              <a:gd name="connsiteY3" fmla="*/ 368122 h 368609"/>
              <a:gd name="connsiteX4" fmla="*/ 0 w 9725290"/>
              <a:gd name="connsiteY4" fmla="*/ 368609 h 368609"/>
              <a:gd name="connsiteX5" fmla="*/ 736088 w 9725290"/>
              <a:gd name="connsiteY5" fmla="*/ 133658 h 368609"/>
              <a:gd name="connsiteX0" fmla="*/ 736088 w 9725290"/>
              <a:gd name="connsiteY0" fmla="*/ 133658 h 368609"/>
              <a:gd name="connsiteX1" fmla="*/ 5836749 w 9725290"/>
              <a:gd name="connsiteY1" fmla="*/ 137131 h 368609"/>
              <a:gd name="connsiteX2" fmla="*/ 7843941 w 9725290"/>
              <a:gd name="connsiteY2" fmla="*/ 63216 h 368609"/>
              <a:gd name="connsiteX3" fmla="*/ 9709463 w 9725290"/>
              <a:gd name="connsiteY3" fmla="*/ 0 h 368609"/>
              <a:gd name="connsiteX4" fmla="*/ 9725290 w 9725290"/>
              <a:gd name="connsiteY4" fmla="*/ 368122 h 368609"/>
              <a:gd name="connsiteX5" fmla="*/ 0 w 9725290"/>
              <a:gd name="connsiteY5" fmla="*/ 368609 h 368609"/>
              <a:gd name="connsiteX6" fmla="*/ 736088 w 9725290"/>
              <a:gd name="connsiteY6" fmla="*/ 133658 h 368609"/>
              <a:gd name="connsiteX0" fmla="*/ 736088 w 9725290"/>
              <a:gd name="connsiteY0" fmla="*/ 133658 h 368609"/>
              <a:gd name="connsiteX1" fmla="*/ 5836749 w 9725290"/>
              <a:gd name="connsiteY1" fmla="*/ 137131 h 368609"/>
              <a:gd name="connsiteX2" fmla="*/ 9071878 w 9725290"/>
              <a:gd name="connsiteY2" fmla="*/ 1807 h 368609"/>
              <a:gd name="connsiteX3" fmla="*/ 9709463 w 9725290"/>
              <a:gd name="connsiteY3" fmla="*/ 0 h 368609"/>
              <a:gd name="connsiteX4" fmla="*/ 9725290 w 9725290"/>
              <a:gd name="connsiteY4" fmla="*/ 368122 h 368609"/>
              <a:gd name="connsiteX5" fmla="*/ 0 w 9725290"/>
              <a:gd name="connsiteY5" fmla="*/ 368609 h 368609"/>
              <a:gd name="connsiteX6" fmla="*/ 736088 w 9725290"/>
              <a:gd name="connsiteY6" fmla="*/ 133658 h 368609"/>
              <a:gd name="connsiteX0" fmla="*/ 736088 w 9725290"/>
              <a:gd name="connsiteY0" fmla="*/ 133658 h 368609"/>
              <a:gd name="connsiteX1" fmla="*/ 5718680 w 9725290"/>
              <a:gd name="connsiteY1" fmla="*/ 135325 h 368609"/>
              <a:gd name="connsiteX2" fmla="*/ 9071878 w 9725290"/>
              <a:gd name="connsiteY2" fmla="*/ 1807 h 368609"/>
              <a:gd name="connsiteX3" fmla="*/ 9709463 w 9725290"/>
              <a:gd name="connsiteY3" fmla="*/ 0 h 368609"/>
              <a:gd name="connsiteX4" fmla="*/ 9725290 w 9725290"/>
              <a:gd name="connsiteY4" fmla="*/ 368122 h 368609"/>
              <a:gd name="connsiteX5" fmla="*/ 0 w 9725290"/>
              <a:gd name="connsiteY5" fmla="*/ 368609 h 368609"/>
              <a:gd name="connsiteX6" fmla="*/ 736088 w 9725290"/>
              <a:gd name="connsiteY6" fmla="*/ 133658 h 36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725290" h="368609">
                <a:moveTo>
                  <a:pt x="736088" y="133658"/>
                </a:moveTo>
                <a:lnTo>
                  <a:pt x="5718680" y="135325"/>
                </a:lnTo>
                <a:lnTo>
                  <a:pt x="9071878" y="1807"/>
                </a:lnTo>
                <a:lnTo>
                  <a:pt x="9709463" y="0"/>
                </a:lnTo>
                <a:lnTo>
                  <a:pt x="9725290" y="368122"/>
                </a:lnTo>
                <a:lnTo>
                  <a:pt x="0" y="368609"/>
                </a:lnTo>
                <a:lnTo>
                  <a:pt x="736088" y="13365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97536" y="6583680"/>
            <a:ext cx="284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58B4D6B9-5611-42A2-B892-29FBF24B2091}" type="datetimeFigureOut">
              <a:rPr lang="ko-KR" altLang="en-US" smtClean="0"/>
              <a:t>2024-03-12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560064" y="6583680"/>
            <a:ext cx="6705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1070336" y="6583680"/>
            <a:ext cx="609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700F4286-AFDF-42B0-9471-299A29A47E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200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tx2"/>
        </a:buClr>
        <a:buSzPct val="90000"/>
        <a:buFont typeface="Wingdings 3" pitchFamily="18" charset="2"/>
        <a:buChar char="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SzPct val="90000"/>
        <a:buFont typeface="Wingdings 3" pitchFamily="18" charset="2"/>
        <a:buChar char="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90000"/>
        <a:buFont typeface="Wingdings 3" pitchFamily="18" charset="2"/>
        <a:buChar char="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4"/>
        </a:buClr>
        <a:buSzPct val="90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5"/>
        </a:buClr>
        <a:buSzPct val="90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B2D619-FFCD-87F2-2E29-6021F23A34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Spring bootstrap</a:t>
            </a:r>
            <a:br>
              <a:rPr lang="en-US" altLang="ko-KR" dirty="0"/>
            </a:br>
            <a:r>
              <a:rPr lang="ko-KR" altLang="en-US" dirty="0" err="1"/>
              <a:t>환경셋팅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0686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6F2F6C-0C66-5C54-A626-2B7C68CD1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808" y="3645381"/>
            <a:ext cx="10972800" cy="1664039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환경 셋팅 파일 준비</a:t>
            </a:r>
            <a:endParaRPr lang="en-US" altLang="ko-KR" sz="2000" dirty="0"/>
          </a:p>
          <a:p>
            <a:pPr lvl="1"/>
            <a:r>
              <a:rPr lang="en-US" altLang="ko-KR" sz="1600" dirty="0"/>
              <a:t>Java</a:t>
            </a:r>
            <a:r>
              <a:rPr lang="ko-KR" altLang="en-US" sz="1600" dirty="0"/>
              <a:t>버전 </a:t>
            </a:r>
            <a:r>
              <a:rPr lang="en-US" altLang="ko-KR" sz="1600" dirty="0"/>
              <a:t>: 17</a:t>
            </a:r>
          </a:p>
          <a:p>
            <a:pPr lvl="1"/>
            <a:r>
              <a:rPr lang="en-US" altLang="ko-KR" sz="1600" dirty="0"/>
              <a:t>Lombok.jar</a:t>
            </a:r>
          </a:p>
          <a:p>
            <a:pPr lvl="1"/>
            <a:r>
              <a:rPr lang="en-US" altLang="ko-KR" sz="1600" dirty="0"/>
              <a:t>Spring</a:t>
            </a:r>
            <a:r>
              <a:rPr lang="ko-KR" altLang="en-US" sz="1600" dirty="0"/>
              <a:t> 툴 </a:t>
            </a:r>
            <a:r>
              <a:rPr lang="en-US" altLang="ko-KR" sz="1600" dirty="0"/>
              <a:t>: 4.21</a:t>
            </a:r>
            <a:r>
              <a:rPr lang="ko-KR" altLang="en-US" sz="1600" dirty="0"/>
              <a:t>버전</a:t>
            </a:r>
            <a:endParaRPr lang="en-US" altLang="ko-KR" sz="2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1A1CF53-57B9-A3A8-F602-49E445ACB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231" y="1352066"/>
            <a:ext cx="7618647" cy="131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028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AF6C43-4D47-9642-BA6A-B6C8E88F1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10" y="4825672"/>
            <a:ext cx="10972800" cy="836472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JDK</a:t>
            </a:r>
            <a:r>
              <a:rPr lang="ko-KR" altLang="en-US" sz="2000" dirty="0"/>
              <a:t> 설치 파일 실행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F061DC-13CF-784F-9DE7-8534A538B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2" y="1007792"/>
            <a:ext cx="6454053" cy="92513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9FC0DAC-808F-D2DB-58BF-EF9A41D7D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2" y="2357676"/>
            <a:ext cx="2163076" cy="16538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364233E-5444-5093-FF88-44C3AA4F7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5626" y="2348146"/>
            <a:ext cx="2174809" cy="165388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36CD26E-D41A-B217-9FC9-19A0E1207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929" y="2338123"/>
            <a:ext cx="2174809" cy="166390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7FA010C-CC3F-1C72-69AC-F81EE59E21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9761" y="2338123"/>
            <a:ext cx="2190613" cy="166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764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3DBF1F-C160-D501-4AF3-CD34AB71F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367" y="4442182"/>
            <a:ext cx="10562514" cy="170494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환경 변수 설정</a:t>
            </a:r>
            <a:endParaRPr lang="en-US" altLang="ko-KR" sz="2000" dirty="0"/>
          </a:p>
          <a:p>
            <a:pPr lvl="1"/>
            <a:r>
              <a:rPr lang="ko-KR" altLang="en-US" sz="1400" dirty="0"/>
              <a:t>시스템 정보 </a:t>
            </a:r>
            <a:r>
              <a:rPr lang="en-US" altLang="ko-KR" sz="1400" dirty="0"/>
              <a:t>[</a:t>
            </a:r>
            <a:r>
              <a:rPr lang="ko-KR" altLang="en-US" sz="1400" dirty="0"/>
              <a:t>고급 시스템 설정</a:t>
            </a:r>
            <a:r>
              <a:rPr lang="en-US" altLang="ko-KR" sz="1400" dirty="0"/>
              <a:t>]</a:t>
            </a:r>
            <a:r>
              <a:rPr lang="ko-KR" altLang="en-US" sz="1400" dirty="0"/>
              <a:t>을 클릭</a:t>
            </a:r>
            <a:endParaRPr lang="en-US" altLang="ko-KR" sz="1400" dirty="0"/>
          </a:p>
          <a:p>
            <a:pPr lvl="1"/>
            <a:r>
              <a:rPr lang="ko-KR" altLang="en-US" sz="1400" dirty="0"/>
              <a:t>시스템 속성 </a:t>
            </a:r>
            <a:r>
              <a:rPr lang="en-US" altLang="ko-KR" sz="1400" dirty="0"/>
              <a:t>[</a:t>
            </a:r>
            <a:r>
              <a:rPr lang="ko-KR" altLang="en-US" sz="1400" dirty="0"/>
              <a:t>환경 변수</a:t>
            </a:r>
            <a:r>
              <a:rPr lang="en-US" altLang="ko-KR" sz="1400" dirty="0"/>
              <a:t>]</a:t>
            </a:r>
            <a:r>
              <a:rPr lang="ko-KR" altLang="en-US" sz="1400" dirty="0"/>
              <a:t>을 클릭 후 </a:t>
            </a:r>
            <a:r>
              <a:rPr lang="en-US" altLang="ko-KR" sz="1400" dirty="0"/>
              <a:t>[</a:t>
            </a:r>
            <a:r>
              <a:rPr lang="ko-KR" altLang="en-US" sz="1400" dirty="0"/>
              <a:t>환경 변수</a:t>
            </a:r>
            <a:r>
              <a:rPr lang="en-US" altLang="ko-KR" sz="1400" dirty="0"/>
              <a:t>] </a:t>
            </a:r>
            <a:r>
              <a:rPr lang="ko-KR" altLang="en-US" sz="1400" dirty="0"/>
              <a:t>대화 상자가 나타나면 </a:t>
            </a:r>
            <a:r>
              <a:rPr lang="en-US" altLang="ko-KR" sz="1400" dirty="0"/>
              <a:t>[</a:t>
            </a:r>
            <a:r>
              <a:rPr lang="ko-KR" altLang="en-US" sz="1400" dirty="0"/>
              <a:t>시스템 변수</a:t>
            </a:r>
            <a:r>
              <a:rPr lang="en-US" altLang="ko-KR" sz="1400" dirty="0"/>
              <a:t>]</a:t>
            </a:r>
            <a:r>
              <a:rPr lang="ko-KR" altLang="en-US" sz="1400" dirty="0"/>
              <a:t>에서 </a:t>
            </a:r>
            <a:r>
              <a:rPr lang="en-US" altLang="ko-KR" sz="1400" dirty="0"/>
              <a:t>[</a:t>
            </a:r>
            <a:r>
              <a:rPr lang="ko-KR" altLang="en-US" sz="1400" dirty="0" err="1"/>
              <a:t>새로만들기</a:t>
            </a:r>
            <a:r>
              <a:rPr lang="en-US" altLang="ko-KR" sz="1400" dirty="0"/>
              <a:t>]</a:t>
            </a:r>
            <a:r>
              <a:rPr lang="ko-KR" altLang="en-US" sz="1400" dirty="0"/>
              <a:t>버튼 클릭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C53C5D-2468-8CA9-53CE-C45D0A95D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67" y="1448325"/>
            <a:ext cx="3459692" cy="23331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0971D17-658F-D168-F7C2-B888DE3F0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825" y="1294941"/>
            <a:ext cx="4782331" cy="2816909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26944F2-2543-84EB-49E2-55BC77E9C6E6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041059" y="2614917"/>
            <a:ext cx="16297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559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C71731-8B87-7243-F217-6A3429D7E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821" y="3751988"/>
            <a:ext cx="10972800" cy="2114919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새 시스템 변수 설정</a:t>
            </a:r>
            <a:endParaRPr lang="en-US" altLang="ko-KR" sz="2000" dirty="0"/>
          </a:p>
          <a:p>
            <a:pPr lvl="1"/>
            <a:r>
              <a:rPr lang="en-US" altLang="ko-KR" sz="1600" dirty="0"/>
              <a:t>[</a:t>
            </a:r>
            <a:r>
              <a:rPr lang="ko-KR" altLang="en-US" sz="1600" dirty="0"/>
              <a:t>새 시스템 변수</a:t>
            </a:r>
            <a:r>
              <a:rPr lang="en-US" altLang="ko-KR" sz="1600" dirty="0"/>
              <a:t>] </a:t>
            </a:r>
            <a:r>
              <a:rPr lang="ko-KR" altLang="en-US" sz="1600" dirty="0"/>
              <a:t>대화상자가 나타나면 </a:t>
            </a:r>
            <a:r>
              <a:rPr lang="en-US" altLang="ko-KR" sz="1600" dirty="0"/>
              <a:t>[</a:t>
            </a:r>
            <a:r>
              <a:rPr lang="ko-KR" altLang="en-US" sz="1600" dirty="0"/>
              <a:t>변수 이름</a:t>
            </a:r>
            <a:r>
              <a:rPr lang="en-US" altLang="ko-KR" sz="1600" dirty="0"/>
              <a:t>]</a:t>
            </a:r>
            <a:r>
              <a:rPr lang="ko-KR" altLang="en-US" sz="1600" dirty="0"/>
              <a:t>에 </a:t>
            </a:r>
            <a:r>
              <a:rPr lang="en-US" altLang="ko-KR" sz="1600" dirty="0"/>
              <a:t>JAVA_HOME</a:t>
            </a:r>
            <a:r>
              <a:rPr lang="ko-KR" altLang="en-US" sz="1600" dirty="0"/>
              <a:t>을 입력하고</a:t>
            </a:r>
            <a:r>
              <a:rPr lang="en-US" altLang="ko-KR" sz="1600" dirty="0"/>
              <a:t>, [</a:t>
            </a:r>
            <a:r>
              <a:rPr lang="ko-KR" altLang="en-US" sz="1600" dirty="0"/>
              <a:t>변수 값</a:t>
            </a:r>
            <a:r>
              <a:rPr lang="en-US" altLang="ko-KR" sz="1600" dirty="0"/>
              <a:t>]</a:t>
            </a:r>
            <a:r>
              <a:rPr lang="ko-KR" altLang="en-US" sz="1600" dirty="0"/>
              <a:t>에 </a:t>
            </a:r>
            <a:r>
              <a:rPr lang="en-US" altLang="ko-KR" sz="1600" dirty="0"/>
              <a:t>JDK 17 </a:t>
            </a:r>
            <a:r>
              <a:rPr lang="ko-KR" altLang="en-US" sz="1600" dirty="0"/>
              <a:t>설치 경로를 </a:t>
            </a:r>
            <a:endParaRPr lang="en-US" altLang="ko-KR" sz="1600" dirty="0"/>
          </a:p>
          <a:p>
            <a:pPr marL="457200" lvl="1" indent="0">
              <a:buNone/>
            </a:pPr>
            <a:r>
              <a:rPr lang="ko-KR" altLang="en-US" sz="1600" dirty="0"/>
              <a:t>입력</a:t>
            </a:r>
            <a:r>
              <a:rPr lang="en-US" altLang="ko-KR" sz="1600" dirty="0"/>
              <a:t>, </a:t>
            </a:r>
            <a:r>
              <a:rPr lang="ko-KR" altLang="en-US" sz="1600" dirty="0"/>
              <a:t>두 항목을 입력하면 </a:t>
            </a:r>
            <a:r>
              <a:rPr lang="en-US" altLang="ko-KR" sz="1600" dirty="0"/>
              <a:t>[</a:t>
            </a:r>
            <a:r>
              <a:rPr lang="ko-KR" altLang="en-US" sz="1600" dirty="0"/>
              <a:t>확인</a:t>
            </a:r>
            <a:r>
              <a:rPr lang="en-US" altLang="ko-KR" sz="1600" dirty="0"/>
              <a:t>] </a:t>
            </a:r>
            <a:r>
              <a:rPr lang="ko-KR" altLang="en-US" sz="1600" dirty="0"/>
              <a:t>버튼을 클릭하여 적용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7E511CD-09F5-7A86-805C-6382599CF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98" y="1717760"/>
            <a:ext cx="5065578" cy="138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023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F46C16-1D46-D380-1909-597D43E1F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004" y="4383221"/>
            <a:ext cx="10734859" cy="1547654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Path </a:t>
            </a:r>
            <a:r>
              <a:rPr lang="ko-KR" altLang="en-US" sz="2000" dirty="0"/>
              <a:t>편집</a:t>
            </a:r>
            <a:endParaRPr lang="en-US" altLang="ko-KR" sz="2000" dirty="0"/>
          </a:p>
          <a:p>
            <a:pPr lvl="1"/>
            <a:r>
              <a:rPr lang="en-US" altLang="ko-KR" sz="1400" dirty="0"/>
              <a:t>1. [</a:t>
            </a:r>
            <a:r>
              <a:rPr lang="ko-KR" altLang="en-US" sz="1400" dirty="0"/>
              <a:t>환경 변수</a:t>
            </a:r>
            <a:r>
              <a:rPr lang="en-US" altLang="ko-KR" sz="1400" dirty="0"/>
              <a:t>] </a:t>
            </a:r>
            <a:r>
              <a:rPr lang="ko-KR" altLang="en-US" sz="1400" dirty="0"/>
              <a:t>대화상자의 </a:t>
            </a:r>
            <a:r>
              <a:rPr lang="en-US" altLang="ko-KR" sz="1400" dirty="0"/>
              <a:t>[</a:t>
            </a:r>
            <a:r>
              <a:rPr lang="ko-KR" altLang="en-US" sz="1400" dirty="0"/>
              <a:t>시스템 변수</a:t>
            </a:r>
            <a:r>
              <a:rPr lang="en-US" altLang="ko-KR" sz="1400" dirty="0"/>
              <a:t>(S)]</a:t>
            </a:r>
            <a:r>
              <a:rPr lang="ko-KR" altLang="en-US" sz="1400" dirty="0"/>
              <a:t>에서 </a:t>
            </a:r>
            <a:r>
              <a:rPr lang="en-US" altLang="ko-KR" sz="1400" dirty="0"/>
              <a:t>Path </a:t>
            </a:r>
            <a:r>
              <a:rPr lang="ko-KR" altLang="en-US" sz="1400" dirty="0"/>
              <a:t>변수 항목을 선택하고 </a:t>
            </a:r>
            <a:r>
              <a:rPr lang="en-US" altLang="ko-KR" sz="1400" dirty="0"/>
              <a:t>[</a:t>
            </a:r>
            <a:r>
              <a:rPr lang="ko-KR" altLang="en-US" sz="1400" dirty="0"/>
              <a:t>편집</a:t>
            </a:r>
            <a:r>
              <a:rPr lang="en-US" altLang="ko-KR" sz="1400" dirty="0"/>
              <a:t>]</a:t>
            </a:r>
            <a:r>
              <a:rPr lang="ko-KR" altLang="en-US" sz="1400" dirty="0"/>
              <a:t>을 클릭</a:t>
            </a:r>
            <a:endParaRPr lang="en-US" altLang="ko-KR" sz="1400" dirty="0"/>
          </a:p>
          <a:p>
            <a:pPr lvl="1"/>
            <a:r>
              <a:rPr lang="en-US" altLang="ko-KR" sz="1400" dirty="0"/>
              <a:t>2. [</a:t>
            </a:r>
            <a:r>
              <a:rPr lang="ko-KR" altLang="en-US" sz="1400" dirty="0"/>
              <a:t>환경 변수 편집</a:t>
            </a:r>
            <a:r>
              <a:rPr lang="en-US" altLang="ko-KR" sz="1400" dirty="0"/>
              <a:t>] </a:t>
            </a:r>
            <a:r>
              <a:rPr lang="ko-KR" altLang="en-US" sz="1400" dirty="0"/>
              <a:t>대화상자가 나타나면 </a:t>
            </a:r>
            <a:r>
              <a:rPr lang="en-US" altLang="ko-KR" sz="1400" dirty="0"/>
              <a:t>[</a:t>
            </a:r>
            <a:r>
              <a:rPr lang="ko-KR" altLang="en-US" sz="1400" dirty="0"/>
              <a:t>새로 만들기</a:t>
            </a:r>
            <a:r>
              <a:rPr lang="en-US" altLang="ko-KR" sz="1400" dirty="0"/>
              <a:t>] </a:t>
            </a:r>
            <a:r>
              <a:rPr lang="ko-KR" altLang="en-US" sz="1400" dirty="0"/>
              <a:t>버튼을 클릭하고 항목이 추가되면 </a:t>
            </a:r>
            <a:r>
              <a:rPr lang="en-US" altLang="ko-KR" sz="1400" dirty="0"/>
              <a:t>%JAVA_HOME%\bin </a:t>
            </a:r>
            <a:r>
              <a:rPr lang="ko-KR" altLang="en-US" sz="1400" dirty="0"/>
              <a:t>입력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FA5A09-EC21-7889-E8DE-67AEA671F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785" y="1057952"/>
            <a:ext cx="2627829" cy="275314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4D14E42-DE1C-CBFB-6B3A-F3B970A1F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353" y="1057952"/>
            <a:ext cx="2462939" cy="269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804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BF341A-30FF-B9FB-3A20-EEB68BA62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383221"/>
            <a:ext cx="10972800" cy="1516134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Java</a:t>
            </a:r>
            <a:r>
              <a:rPr lang="ko-KR" altLang="en-US" sz="2000" dirty="0"/>
              <a:t> 설정 확인</a:t>
            </a:r>
            <a:endParaRPr lang="en-US" altLang="ko-KR" sz="2000" dirty="0"/>
          </a:p>
          <a:p>
            <a:pPr lvl="1"/>
            <a:r>
              <a:rPr lang="ko-KR" altLang="en-US" sz="1600" dirty="0"/>
              <a:t>명령 프롬프트</a:t>
            </a:r>
            <a:r>
              <a:rPr lang="en-US" altLang="ko-KR" sz="1600" dirty="0"/>
              <a:t>(CMD)</a:t>
            </a:r>
            <a:r>
              <a:rPr lang="ko-KR" altLang="en-US" sz="1600" dirty="0"/>
              <a:t>에서 </a:t>
            </a:r>
            <a:r>
              <a:rPr lang="en-US" altLang="ko-KR" sz="1600" dirty="0"/>
              <a:t>java -version </a:t>
            </a:r>
            <a:r>
              <a:rPr lang="ko-KR" altLang="en-US" sz="1600" dirty="0"/>
              <a:t>명령어를 입력하면 설치한 자바 버전을 확인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6D25F9-5CBA-3482-9624-23380B7C6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30" y="827390"/>
            <a:ext cx="5751550" cy="313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151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C0E2E7-5364-DADD-8D6E-1B5FDBB76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507107"/>
            <a:ext cx="10972800" cy="1514504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1. Spring</a:t>
            </a:r>
            <a:r>
              <a:rPr lang="ko-KR" altLang="en-US" sz="2000" dirty="0"/>
              <a:t> </a:t>
            </a:r>
            <a:r>
              <a:rPr lang="en-US" altLang="ko-KR" sz="2000" dirty="0"/>
              <a:t>Tool </a:t>
            </a:r>
            <a:r>
              <a:rPr lang="ko-KR" altLang="en-US" sz="2000" dirty="0"/>
              <a:t>압축 파일</a:t>
            </a:r>
            <a:r>
              <a:rPr lang="en-US" altLang="ko-KR" sz="2000" dirty="0"/>
              <a:t>(JAR)</a:t>
            </a:r>
            <a:r>
              <a:rPr lang="ko-KR" altLang="en-US" sz="2000" dirty="0"/>
              <a:t> 풀기</a:t>
            </a:r>
            <a:endParaRPr lang="en-US" altLang="ko-KR" sz="2000" dirty="0"/>
          </a:p>
          <a:p>
            <a:r>
              <a:rPr lang="en-US" altLang="ko-KR" sz="2000" dirty="0"/>
              <a:t>2. contents.zip </a:t>
            </a:r>
            <a:r>
              <a:rPr lang="ko-KR" altLang="en-US" sz="2000" dirty="0"/>
              <a:t>압축 파일 풀기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471699-C226-A679-30BD-1F5862EA3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02577"/>
            <a:ext cx="4530350" cy="24516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A440C8F-19E2-8585-76CC-77AE9AE6F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1295" y="1300225"/>
            <a:ext cx="4576094" cy="245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982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C7FFC76-2B78-2084-49C0-FB97D64A68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0603" y="1020978"/>
            <a:ext cx="6281674" cy="2338388"/>
          </a:xfr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107827E-4612-C0CE-B716-2017795C9DCA}"/>
              </a:ext>
            </a:extLst>
          </p:cNvPr>
          <p:cNvSpPr txBox="1">
            <a:spLocks/>
          </p:cNvSpPr>
          <p:nvPr/>
        </p:nvSpPr>
        <p:spPr bwMode="gray">
          <a:xfrm>
            <a:off x="509311" y="4412717"/>
            <a:ext cx="10972800" cy="1514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 3" pitchFamily="18" charset="2"/>
              <a:buChar char="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 3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3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90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90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1. </a:t>
            </a:r>
            <a:r>
              <a:rPr lang="fr-FR" altLang="ko-KR" sz="2000" dirty="0"/>
              <a:t>spring</a:t>
            </a:r>
            <a:r>
              <a:rPr lang="ko-KR" altLang="en-US" sz="2000" dirty="0"/>
              <a:t> </a:t>
            </a:r>
            <a:r>
              <a:rPr lang="en-US" altLang="ko-KR" sz="2000" dirty="0"/>
              <a:t>tool EXE </a:t>
            </a:r>
            <a:r>
              <a:rPr lang="ko-KR" altLang="en-US" sz="2000" dirty="0"/>
              <a:t>파일이 있는 경로 </a:t>
            </a:r>
            <a:r>
              <a:rPr lang="en-US" altLang="ko-KR" sz="2000" dirty="0"/>
              <a:t> </a:t>
            </a:r>
            <a:r>
              <a:rPr lang="ko-KR" altLang="en-US" sz="2000" dirty="0"/>
              <a:t>복사</a:t>
            </a:r>
            <a:endParaRPr lang="en-US" altLang="ko-KR" sz="2000" dirty="0"/>
          </a:p>
          <a:p>
            <a:r>
              <a:rPr lang="en-US" altLang="ko-KR" sz="2000" dirty="0"/>
              <a:t>2. lombok.jar</a:t>
            </a:r>
            <a:r>
              <a:rPr lang="ko-KR" altLang="en-US" sz="2000" dirty="0"/>
              <a:t> 파일이 있는 위치로 이동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0319AFF-E013-0BEE-05C6-4DA2331A3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749" y="1811822"/>
            <a:ext cx="4933678" cy="75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330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ECAD94-52BA-79B6-4188-1EEDE90A9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915" y="4524805"/>
            <a:ext cx="10972800" cy="1336204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1. </a:t>
            </a:r>
            <a:r>
              <a:rPr lang="ko-KR" altLang="en-US" sz="2000" dirty="0"/>
              <a:t>명령 프롬프트를 열어 </a:t>
            </a:r>
            <a:r>
              <a:rPr lang="en-US" altLang="ko-KR" sz="2000" dirty="0"/>
              <a:t>Lombok.jar </a:t>
            </a:r>
            <a:r>
              <a:rPr lang="ko-KR" altLang="en-US" sz="2000" dirty="0"/>
              <a:t>파일이 있는 위치로 접속</a:t>
            </a:r>
            <a:endParaRPr lang="en-US" altLang="ko-KR" sz="2000" dirty="0"/>
          </a:p>
          <a:p>
            <a:r>
              <a:rPr lang="en-US" altLang="ko-KR" sz="2000" dirty="0"/>
              <a:t>2. java –jar lombok.jar </a:t>
            </a:r>
            <a:r>
              <a:rPr lang="ko-KR" altLang="en-US" sz="2000" dirty="0"/>
              <a:t>명령어를 실행</a:t>
            </a:r>
            <a:endParaRPr lang="en-US" altLang="ko-KR" sz="2000" dirty="0"/>
          </a:p>
          <a:p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8B67A2-B4EE-867E-C50B-C4F8FAB52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88" y="1260842"/>
            <a:ext cx="6178661" cy="177880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C5BA591-23F6-AD90-7195-3617C32A9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029" y="2050872"/>
            <a:ext cx="3921719" cy="177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85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53BD57-1DBA-11DD-F921-67432F85B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470235"/>
            <a:ext cx="10972800" cy="1193146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specify location </a:t>
            </a:r>
            <a:r>
              <a:rPr lang="ko-KR" altLang="en-US" sz="2000" dirty="0"/>
              <a:t>버튼을 클릭 후에 설치한 </a:t>
            </a:r>
            <a:r>
              <a:rPr lang="en-US" altLang="ko-KR" sz="2000" dirty="0"/>
              <a:t>exe</a:t>
            </a:r>
            <a:r>
              <a:rPr lang="ko-KR" altLang="en-US" sz="2000" dirty="0"/>
              <a:t>파일을 찾아서 </a:t>
            </a:r>
            <a:r>
              <a:rPr lang="en-US" altLang="ko-KR" sz="2000" dirty="0"/>
              <a:t>Select </a:t>
            </a:r>
            <a:r>
              <a:rPr lang="ko-KR" altLang="en-US" sz="2000" dirty="0"/>
              <a:t>버튼 클릭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45B51F7-80EF-0303-A0BE-681F2D2F9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93" y="1197569"/>
            <a:ext cx="4211469" cy="247674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813442C-BB15-C35D-3325-BBFDFEBB6788}"/>
              </a:ext>
            </a:extLst>
          </p:cNvPr>
          <p:cNvSpPr/>
          <p:nvPr/>
        </p:nvSpPr>
        <p:spPr>
          <a:xfrm>
            <a:off x="1480738" y="3069139"/>
            <a:ext cx="737419" cy="1696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490D2A4-5D84-8FB2-AA22-1100D8E8D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306" y="1194619"/>
            <a:ext cx="4068525" cy="247674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2DFE38D-E6B7-3334-E23A-A5C7CF44A289}"/>
              </a:ext>
            </a:extLst>
          </p:cNvPr>
          <p:cNvSpPr/>
          <p:nvPr/>
        </p:nvSpPr>
        <p:spPr>
          <a:xfrm>
            <a:off x="6741979" y="2235855"/>
            <a:ext cx="850491" cy="1474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BC17A6-470B-3702-DD87-31DC80BEE6E1}"/>
              </a:ext>
            </a:extLst>
          </p:cNvPr>
          <p:cNvSpPr/>
          <p:nvPr/>
        </p:nvSpPr>
        <p:spPr>
          <a:xfrm>
            <a:off x="9631680" y="3281515"/>
            <a:ext cx="582151" cy="1991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328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B75CA2-2F73-08AA-FC1D-944BFCCAD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90" y="4698794"/>
            <a:ext cx="8739682" cy="902601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1. </a:t>
            </a:r>
            <a:r>
              <a:rPr lang="ko-KR" altLang="en-US" sz="2000" dirty="0"/>
              <a:t>선택한 </a:t>
            </a:r>
            <a:r>
              <a:rPr lang="en-US" altLang="ko-KR" sz="2000" dirty="0"/>
              <a:t>exe </a:t>
            </a:r>
            <a:r>
              <a:rPr lang="ko-KR" altLang="en-US" sz="2000" dirty="0"/>
              <a:t>파일이 연결되었는지 확인 후 </a:t>
            </a:r>
            <a:r>
              <a:rPr lang="en-US" altLang="ko-KR" sz="2000" dirty="0"/>
              <a:t>install/Update </a:t>
            </a:r>
            <a:r>
              <a:rPr lang="ko-KR" altLang="en-US" sz="2000" dirty="0"/>
              <a:t>버튼 클릭</a:t>
            </a:r>
            <a:endParaRPr lang="en-US" altLang="ko-KR" sz="2000" dirty="0"/>
          </a:p>
          <a:p>
            <a:r>
              <a:rPr lang="en-US" altLang="ko-KR" sz="2000" dirty="0"/>
              <a:t>2.</a:t>
            </a:r>
            <a:r>
              <a:rPr lang="ko-KR" altLang="en-US" sz="2000" dirty="0"/>
              <a:t> </a:t>
            </a:r>
            <a:r>
              <a:rPr lang="en-US" altLang="ko-KR" sz="2000" dirty="0"/>
              <a:t>install</a:t>
            </a:r>
            <a:r>
              <a:rPr lang="ko-KR" altLang="en-US" sz="2000" dirty="0"/>
              <a:t>이 완료되면 </a:t>
            </a:r>
            <a:r>
              <a:rPr lang="en-US" altLang="ko-KR" sz="2000" dirty="0"/>
              <a:t>Quit Installer </a:t>
            </a:r>
            <a:r>
              <a:rPr lang="ko-KR" altLang="en-US" sz="2000" dirty="0"/>
              <a:t>버튼 클릭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4DC9738-7F4C-458C-FBE6-3FE6E45C8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90" y="1120919"/>
            <a:ext cx="5098268" cy="299683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27B09A1-D454-86FE-0A92-51C17B0744FB}"/>
              </a:ext>
            </a:extLst>
          </p:cNvPr>
          <p:cNvSpPr/>
          <p:nvPr/>
        </p:nvSpPr>
        <p:spPr>
          <a:xfrm>
            <a:off x="1751124" y="3049966"/>
            <a:ext cx="3540597" cy="1710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491547-7E3B-BD52-4754-1713A74468EE}"/>
              </a:ext>
            </a:extLst>
          </p:cNvPr>
          <p:cNvSpPr/>
          <p:nvPr/>
        </p:nvSpPr>
        <p:spPr>
          <a:xfrm>
            <a:off x="4866475" y="3281515"/>
            <a:ext cx="889783" cy="2757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530DA4B-EB0F-4996-02F9-63FF2CC92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855" y="1120918"/>
            <a:ext cx="5087927" cy="299683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EE94333-A25D-6305-F368-6C0E3650C56E}"/>
              </a:ext>
            </a:extLst>
          </p:cNvPr>
          <p:cNvSpPr/>
          <p:nvPr/>
        </p:nvSpPr>
        <p:spPr>
          <a:xfrm>
            <a:off x="10720601" y="3841954"/>
            <a:ext cx="813409" cy="2757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626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55CDC7C4-E1E3-6C84-97BE-8FFF7077D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027" y="1256605"/>
            <a:ext cx="5708973" cy="1074491"/>
          </a:xfr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486F5DF-83D5-EACC-45B8-A20B9213CC0D}"/>
              </a:ext>
            </a:extLst>
          </p:cNvPr>
          <p:cNvSpPr txBox="1">
            <a:spLocks/>
          </p:cNvSpPr>
          <p:nvPr/>
        </p:nvSpPr>
        <p:spPr bwMode="gray">
          <a:xfrm>
            <a:off x="439715" y="4698794"/>
            <a:ext cx="6214758" cy="90260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 3" pitchFamily="18" charset="2"/>
              <a:buChar char="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 3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3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90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90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1. workspace </a:t>
            </a:r>
            <a:r>
              <a:rPr lang="ko-KR" altLang="en-US" sz="2000" dirty="0"/>
              <a:t>폴더 생성</a:t>
            </a:r>
            <a:r>
              <a:rPr lang="en-US" altLang="ko-KR" sz="2000" dirty="0"/>
              <a:t>(</a:t>
            </a:r>
            <a:r>
              <a:rPr lang="ko-KR" altLang="en-US" sz="2000" dirty="0"/>
              <a:t>위치 상관없음</a:t>
            </a:r>
            <a:r>
              <a:rPr lang="en-US" altLang="ko-KR" sz="2000" dirty="0"/>
              <a:t>)</a:t>
            </a:r>
          </a:p>
          <a:p>
            <a:r>
              <a:rPr lang="en-US" altLang="ko-KR" sz="2000" dirty="0"/>
              <a:t>2. exe </a:t>
            </a:r>
            <a:r>
              <a:rPr lang="ko-KR" altLang="en-US" sz="2000" dirty="0"/>
              <a:t>실행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workspace </a:t>
            </a:r>
            <a:r>
              <a:rPr lang="ko-KR" altLang="en-US" sz="2000" dirty="0"/>
              <a:t>위치 설정 후 </a:t>
            </a:r>
            <a:r>
              <a:rPr lang="en-US" altLang="ko-KR" sz="2000" dirty="0"/>
              <a:t>launch </a:t>
            </a:r>
            <a:r>
              <a:rPr lang="ko-KR" altLang="en-US" sz="2000" dirty="0"/>
              <a:t>버튼 클릭</a:t>
            </a:r>
            <a:endParaRPr lang="en-US" altLang="ko-KR" sz="2000" dirty="0"/>
          </a:p>
          <a:p>
            <a:endParaRPr lang="ko-KR" altLang="en-US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3A96CC3-0967-4820-7ADB-0C0375643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922" y="1256605"/>
            <a:ext cx="5146102" cy="238723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1D0F818-8769-63D4-3AAD-5935AC306AC5}"/>
              </a:ext>
            </a:extLst>
          </p:cNvPr>
          <p:cNvSpPr/>
          <p:nvPr/>
        </p:nvSpPr>
        <p:spPr>
          <a:xfrm>
            <a:off x="7405164" y="3088961"/>
            <a:ext cx="1337680" cy="1814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E7E28C5-250D-FEE2-8B75-FF43BD65E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349" y="3762087"/>
            <a:ext cx="3650029" cy="159834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563BA3-68F5-B1CB-5038-789EEC1FF6FE}"/>
              </a:ext>
            </a:extLst>
          </p:cNvPr>
          <p:cNvSpPr/>
          <p:nvPr/>
        </p:nvSpPr>
        <p:spPr>
          <a:xfrm>
            <a:off x="7575261" y="4379850"/>
            <a:ext cx="3173363" cy="211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A8F54CD-E38F-6206-3231-BC624B0A7BCC}"/>
              </a:ext>
            </a:extLst>
          </p:cNvPr>
          <p:cNvCxnSpPr>
            <a:stCxn id="9" idx="2"/>
          </p:cNvCxnSpPr>
          <p:nvPr/>
        </p:nvCxnSpPr>
        <p:spPr>
          <a:xfrm>
            <a:off x="8074004" y="3270368"/>
            <a:ext cx="539054" cy="491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BDA545-0271-EBBD-7FDB-085CF0966A77}"/>
              </a:ext>
            </a:extLst>
          </p:cNvPr>
          <p:cNvSpPr/>
          <p:nvPr/>
        </p:nvSpPr>
        <p:spPr>
          <a:xfrm>
            <a:off x="9963077" y="5097042"/>
            <a:ext cx="614465" cy="211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954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95A4F3-E582-6A78-6340-1BC1F7B62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71" y="4336869"/>
            <a:ext cx="6810103" cy="829492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Help -&gt; </a:t>
            </a:r>
            <a:r>
              <a:rPr lang="fr-FR" altLang="ko-KR" sz="2000" dirty="0"/>
              <a:t>Eclipse</a:t>
            </a:r>
            <a:r>
              <a:rPr lang="ko-KR" altLang="en-US" sz="2000" dirty="0"/>
              <a:t> </a:t>
            </a:r>
            <a:r>
              <a:rPr lang="en-US" altLang="ko-KR" sz="2000" dirty="0"/>
              <a:t>Marketplace </a:t>
            </a:r>
            <a:r>
              <a:rPr lang="ko-KR" altLang="en-US" sz="2000" dirty="0"/>
              <a:t>클릭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7F608A5-CECB-2835-7749-5360CDF84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338" y="731521"/>
            <a:ext cx="5817323" cy="297944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67E0E6B-68D2-1129-AFB1-143444125044}"/>
              </a:ext>
            </a:extLst>
          </p:cNvPr>
          <p:cNvSpPr/>
          <p:nvPr/>
        </p:nvSpPr>
        <p:spPr>
          <a:xfrm>
            <a:off x="6020501" y="2599104"/>
            <a:ext cx="1337680" cy="1814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398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B7A475A-9C3B-E981-A94D-EDDB8649F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3550" y="966015"/>
            <a:ext cx="2173970" cy="3620499"/>
          </a:xfr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359540C-0085-77E9-7BED-5F1BCEC31A33}"/>
              </a:ext>
            </a:extLst>
          </p:cNvPr>
          <p:cNvSpPr txBox="1">
            <a:spLocks/>
          </p:cNvSpPr>
          <p:nvPr/>
        </p:nvSpPr>
        <p:spPr bwMode="gray">
          <a:xfrm>
            <a:off x="1000745" y="4944290"/>
            <a:ext cx="8254289" cy="12017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 3" pitchFamily="18" charset="2"/>
              <a:buChar char="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 3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3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90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90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ko-KR" sz="2000" dirty="0"/>
              <a:t>1. Eclipse</a:t>
            </a:r>
            <a:r>
              <a:rPr lang="ko-KR" altLang="en-US" sz="2000" dirty="0"/>
              <a:t> </a:t>
            </a:r>
            <a:r>
              <a:rPr lang="en-US" altLang="ko-KR" sz="2000" dirty="0"/>
              <a:t>Marketplace </a:t>
            </a:r>
            <a:r>
              <a:rPr lang="ko-KR" altLang="en-US" sz="2000" dirty="0"/>
              <a:t>에서 </a:t>
            </a:r>
            <a:r>
              <a:rPr lang="en-US" altLang="ko-KR" sz="2000" dirty="0" err="1"/>
              <a:t>svn</a:t>
            </a:r>
            <a:r>
              <a:rPr lang="en-US" altLang="ko-KR" sz="2000" dirty="0"/>
              <a:t> </a:t>
            </a:r>
            <a:r>
              <a:rPr lang="ko-KR" altLang="en-US" sz="2000" dirty="0"/>
              <a:t>조회</a:t>
            </a:r>
            <a:endParaRPr lang="en-US" altLang="ko-KR" sz="2000" dirty="0"/>
          </a:p>
          <a:p>
            <a:r>
              <a:rPr lang="en-US" altLang="ko-KR" sz="2000" dirty="0"/>
              <a:t>2. SVN Team Provider 4.8 </a:t>
            </a:r>
            <a:r>
              <a:rPr lang="fr-FR" altLang="ko-KR" sz="2000" dirty="0"/>
              <a:t>intall </a:t>
            </a:r>
            <a:r>
              <a:rPr lang="ko-KR" altLang="en-US" sz="2000" dirty="0"/>
              <a:t>진행 </a:t>
            </a:r>
            <a:endParaRPr lang="en-US" altLang="ko-KR" sz="2000" dirty="0"/>
          </a:p>
          <a:p>
            <a:r>
              <a:rPr lang="en-US" altLang="ko-KR" sz="2000" dirty="0"/>
              <a:t>3. Confirm </a:t>
            </a:r>
            <a:r>
              <a:rPr lang="ko-KR" altLang="en-US" sz="2000" dirty="0"/>
              <a:t>버튼 클릭</a:t>
            </a:r>
            <a:endParaRPr lang="en-US" altLang="ko-KR" sz="2000" dirty="0"/>
          </a:p>
          <a:p>
            <a:r>
              <a:rPr lang="en-US" altLang="ko-KR" sz="2000" dirty="0"/>
              <a:t>4. </a:t>
            </a:r>
            <a:r>
              <a:rPr lang="ko-KR" altLang="en-US" sz="2000" dirty="0"/>
              <a:t>위의</a:t>
            </a:r>
            <a:r>
              <a:rPr lang="en-US" altLang="ko-KR" sz="2000" dirty="0"/>
              <a:t> </a:t>
            </a:r>
            <a:r>
              <a:rPr lang="ko-KR" altLang="en-US" sz="2000" dirty="0"/>
              <a:t>항목 선택 후 </a:t>
            </a:r>
            <a:r>
              <a:rPr lang="en-US" altLang="ko-KR" sz="2000" dirty="0"/>
              <a:t>Finish </a:t>
            </a:r>
            <a:r>
              <a:rPr lang="ko-KR" altLang="en-US" sz="2000" dirty="0"/>
              <a:t>버튼 클릭</a:t>
            </a:r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858A33E-EE60-C340-BB9E-A32CECF33F7F}"/>
              </a:ext>
            </a:extLst>
          </p:cNvPr>
          <p:cNvSpPr/>
          <p:nvPr/>
        </p:nvSpPr>
        <p:spPr>
          <a:xfrm>
            <a:off x="901337" y="1645922"/>
            <a:ext cx="2011680" cy="685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C5411C4-BF39-5252-4860-EE569E188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84" y="956436"/>
            <a:ext cx="2184731" cy="363007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843D569-2D2E-69A3-488B-4E00637E4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831" y="970949"/>
            <a:ext cx="2154839" cy="357498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A5CE333-E304-79A9-F046-3ACECA56EAE7}"/>
              </a:ext>
            </a:extLst>
          </p:cNvPr>
          <p:cNvSpPr/>
          <p:nvPr/>
        </p:nvSpPr>
        <p:spPr>
          <a:xfrm>
            <a:off x="5488577" y="4394953"/>
            <a:ext cx="481149" cy="1915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8B42F99-2C0D-37AD-5A6F-8B6FB017D587}"/>
              </a:ext>
            </a:extLst>
          </p:cNvPr>
          <p:cNvSpPr/>
          <p:nvPr/>
        </p:nvSpPr>
        <p:spPr>
          <a:xfrm>
            <a:off x="8326831" y="3871742"/>
            <a:ext cx="1176398" cy="1646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784CA3C-CD04-AC82-463B-3C9C2E3D96E9}"/>
              </a:ext>
            </a:extLst>
          </p:cNvPr>
          <p:cNvSpPr/>
          <p:nvPr/>
        </p:nvSpPr>
        <p:spPr>
          <a:xfrm>
            <a:off x="9576511" y="4339115"/>
            <a:ext cx="501483" cy="2068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863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BFE45F5-7E28-9945-6112-D14E7709B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601" y="1005914"/>
            <a:ext cx="4215321" cy="349348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F79A53A-BC9E-6DAD-95E5-D5D3D7B6D6CD}"/>
              </a:ext>
            </a:extLst>
          </p:cNvPr>
          <p:cNvSpPr/>
          <p:nvPr/>
        </p:nvSpPr>
        <p:spPr>
          <a:xfrm>
            <a:off x="4897222" y="2220919"/>
            <a:ext cx="577850" cy="2111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9E4943C-AFA8-AB39-21CE-2CD243E0C627}"/>
              </a:ext>
            </a:extLst>
          </p:cNvPr>
          <p:cNvSpPr/>
          <p:nvPr/>
        </p:nvSpPr>
        <p:spPr>
          <a:xfrm>
            <a:off x="4897222" y="4263452"/>
            <a:ext cx="577850" cy="2111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5732734-2BB1-7B64-2D86-E3873C4F0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239" y="2538999"/>
            <a:ext cx="3088011" cy="81163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75B4029-D930-9DFE-7769-E4B1F83C96A5}"/>
              </a:ext>
            </a:extLst>
          </p:cNvPr>
          <p:cNvSpPr/>
          <p:nvPr/>
        </p:nvSpPr>
        <p:spPr>
          <a:xfrm>
            <a:off x="8802472" y="3097142"/>
            <a:ext cx="678078" cy="2111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C71399D0-DB51-AFC0-0603-333C0A89C884}"/>
              </a:ext>
            </a:extLst>
          </p:cNvPr>
          <p:cNvSpPr txBox="1">
            <a:spLocks/>
          </p:cNvSpPr>
          <p:nvPr/>
        </p:nvSpPr>
        <p:spPr bwMode="gray">
          <a:xfrm>
            <a:off x="600814" y="4864100"/>
            <a:ext cx="10492635" cy="1233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 3" pitchFamily="18" charset="2"/>
              <a:buChar char="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 3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3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90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90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1. </a:t>
            </a:r>
            <a:r>
              <a:rPr lang="en-US" altLang="ko-KR" sz="2000" dirty="0" err="1"/>
              <a:t>svn</a:t>
            </a:r>
            <a:r>
              <a:rPr lang="en-US" altLang="ko-KR" sz="2000" dirty="0"/>
              <a:t> install</a:t>
            </a:r>
            <a:r>
              <a:rPr lang="ko-KR" altLang="en-US" sz="2000" dirty="0"/>
              <a:t> 진행시에 나오는 </a:t>
            </a:r>
            <a:r>
              <a:rPr lang="en-US" altLang="ko-KR" sz="2000" dirty="0"/>
              <a:t>Trust </a:t>
            </a:r>
            <a:r>
              <a:rPr lang="en-US" altLang="ko-KR" sz="2000" dirty="0" err="1"/>
              <a:t>Affracts</a:t>
            </a:r>
            <a:r>
              <a:rPr lang="ko-KR" altLang="en-US" sz="2000" dirty="0"/>
              <a:t>에서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항목</a:t>
            </a:r>
            <a:r>
              <a:rPr lang="en-US" altLang="ko-KR" sz="2000" dirty="0"/>
              <a:t> </a:t>
            </a:r>
            <a:r>
              <a:rPr lang="ko-KR" altLang="en-US" sz="2000" dirty="0"/>
              <a:t>전체 선택 후 </a:t>
            </a:r>
            <a:r>
              <a:rPr lang="en-US" altLang="ko-KR" sz="2000" dirty="0"/>
              <a:t>trust Selected </a:t>
            </a:r>
            <a:r>
              <a:rPr lang="ko-KR" altLang="en-US" sz="2000" dirty="0"/>
              <a:t>버튼 클릭</a:t>
            </a:r>
            <a:endParaRPr lang="en-US" altLang="ko-KR" sz="2000" dirty="0"/>
          </a:p>
          <a:p>
            <a:r>
              <a:rPr lang="en-US" altLang="ko-KR" sz="2000" dirty="0"/>
              <a:t>2. </a:t>
            </a:r>
            <a:r>
              <a:rPr lang="ko-KR" altLang="en-US" sz="2000" dirty="0"/>
              <a:t>그 이후 </a:t>
            </a:r>
            <a:r>
              <a:rPr lang="en-US" altLang="ko-KR" sz="2000" dirty="0"/>
              <a:t>restart now </a:t>
            </a:r>
            <a:r>
              <a:rPr lang="ko-KR" altLang="en-US" sz="2000" dirty="0"/>
              <a:t>진행 </a:t>
            </a:r>
            <a:r>
              <a:rPr lang="en-US" altLang="ko-KR" sz="2000" dirty="0"/>
              <a:t>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97131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CE68455-AC7D-C9A2-EB3C-40E35C526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20" y="956436"/>
            <a:ext cx="2154839" cy="3619131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D81DA34-66C4-90E7-1BD7-04D76056C534}"/>
              </a:ext>
            </a:extLst>
          </p:cNvPr>
          <p:cNvSpPr txBox="1">
            <a:spLocks/>
          </p:cNvSpPr>
          <p:nvPr/>
        </p:nvSpPr>
        <p:spPr bwMode="gray">
          <a:xfrm>
            <a:off x="553420" y="4833437"/>
            <a:ext cx="8254289" cy="12017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 3" pitchFamily="18" charset="2"/>
              <a:buChar char="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 3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3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90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90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ko-KR" sz="2000" dirty="0"/>
              <a:t>1. Eclipse</a:t>
            </a:r>
            <a:r>
              <a:rPr lang="ko-KR" altLang="en-US" sz="2000" dirty="0"/>
              <a:t> </a:t>
            </a:r>
            <a:r>
              <a:rPr lang="en-US" altLang="ko-KR" sz="2000" dirty="0"/>
              <a:t>Marketplace </a:t>
            </a:r>
            <a:r>
              <a:rPr lang="ko-KR" altLang="en-US" sz="2000" dirty="0"/>
              <a:t>에서 </a:t>
            </a:r>
            <a:r>
              <a:rPr lang="en-US" altLang="ko-KR" sz="2000" dirty="0" err="1"/>
              <a:t>Subclipse</a:t>
            </a:r>
            <a:r>
              <a:rPr lang="en-US" altLang="ko-KR" sz="2000" dirty="0"/>
              <a:t> </a:t>
            </a:r>
            <a:r>
              <a:rPr lang="ko-KR" altLang="en-US" sz="2000" dirty="0"/>
              <a:t>조회</a:t>
            </a:r>
            <a:endParaRPr lang="en-US" altLang="ko-KR" sz="2000" dirty="0"/>
          </a:p>
          <a:p>
            <a:r>
              <a:rPr lang="en-US" altLang="ko-KR" sz="2000" dirty="0"/>
              <a:t>2. </a:t>
            </a:r>
            <a:r>
              <a:rPr lang="en-US" altLang="ko-KR" sz="2000" dirty="0" err="1"/>
              <a:t>Subclipse</a:t>
            </a:r>
            <a:r>
              <a:rPr lang="ko-KR" altLang="en-US" sz="2000" dirty="0"/>
              <a:t> </a:t>
            </a:r>
            <a:r>
              <a:rPr lang="en-US" altLang="ko-KR" sz="2000" dirty="0"/>
              <a:t>4.3.4 </a:t>
            </a:r>
            <a:r>
              <a:rPr lang="fr-FR" altLang="ko-KR" sz="2000" dirty="0"/>
              <a:t>intall </a:t>
            </a:r>
            <a:r>
              <a:rPr lang="ko-KR" altLang="en-US" sz="2000" dirty="0"/>
              <a:t>진행 </a:t>
            </a:r>
            <a:endParaRPr lang="en-US" altLang="ko-KR" sz="2000" dirty="0"/>
          </a:p>
          <a:p>
            <a:r>
              <a:rPr lang="en-US" altLang="ko-KR" sz="2000" dirty="0"/>
              <a:t>3. Confirm </a:t>
            </a:r>
            <a:r>
              <a:rPr lang="ko-KR" altLang="en-US" sz="2000" dirty="0"/>
              <a:t>버튼 클릭</a:t>
            </a:r>
            <a:endParaRPr lang="en-US" altLang="ko-KR" sz="2000" dirty="0"/>
          </a:p>
          <a:p>
            <a:r>
              <a:rPr lang="en-US" altLang="ko-KR" sz="2000" dirty="0"/>
              <a:t>4. </a:t>
            </a:r>
            <a:r>
              <a:rPr lang="ko-KR" altLang="en-US" sz="2000" dirty="0"/>
              <a:t>위의</a:t>
            </a:r>
            <a:r>
              <a:rPr lang="en-US" altLang="ko-KR" sz="2000" dirty="0"/>
              <a:t> </a:t>
            </a:r>
            <a:r>
              <a:rPr lang="ko-KR" altLang="en-US" sz="2000" dirty="0"/>
              <a:t>항목</a:t>
            </a:r>
            <a:r>
              <a:rPr lang="en-US" altLang="ko-KR" sz="2000" dirty="0"/>
              <a:t>(accept)</a:t>
            </a:r>
            <a:r>
              <a:rPr lang="ko-KR" altLang="en-US" sz="2000" dirty="0"/>
              <a:t> 선택 후 </a:t>
            </a:r>
            <a:r>
              <a:rPr lang="en-US" altLang="ko-KR" sz="2000" dirty="0"/>
              <a:t>Finish </a:t>
            </a:r>
            <a:r>
              <a:rPr lang="ko-KR" altLang="en-US" sz="2000" dirty="0"/>
              <a:t>버튼 클릭</a:t>
            </a:r>
            <a:endParaRPr lang="en-US" altLang="ko-KR" sz="2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0A73B2B-326B-3EAB-DFC4-EF7A12FFB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1000587"/>
            <a:ext cx="2154839" cy="357498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7CD3A9D-7971-7532-9DC6-5D3BBADF3717}"/>
              </a:ext>
            </a:extLst>
          </p:cNvPr>
          <p:cNvSpPr/>
          <p:nvPr/>
        </p:nvSpPr>
        <p:spPr>
          <a:xfrm>
            <a:off x="8115300" y="3915893"/>
            <a:ext cx="1176398" cy="1646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7DAD77-28F1-6F52-1FA7-88A1073CE504}"/>
              </a:ext>
            </a:extLst>
          </p:cNvPr>
          <p:cNvSpPr/>
          <p:nvPr/>
        </p:nvSpPr>
        <p:spPr>
          <a:xfrm>
            <a:off x="9364980" y="4383266"/>
            <a:ext cx="501483" cy="1923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27968A-CEA2-93DD-E5A1-68DD13A9CB0D}"/>
              </a:ext>
            </a:extLst>
          </p:cNvPr>
          <p:cNvSpPr/>
          <p:nvPr/>
        </p:nvSpPr>
        <p:spPr>
          <a:xfrm>
            <a:off x="591563" y="1632857"/>
            <a:ext cx="2011680" cy="7282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854C3B9-F88D-8380-C02B-1B0D4426C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632" y="956436"/>
            <a:ext cx="2170295" cy="3589493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3C82B92-358F-160F-6405-D8D0DE64EA59}"/>
              </a:ext>
            </a:extLst>
          </p:cNvPr>
          <p:cNvSpPr/>
          <p:nvPr/>
        </p:nvSpPr>
        <p:spPr>
          <a:xfrm>
            <a:off x="5180331" y="4360869"/>
            <a:ext cx="482189" cy="1705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24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1E319F-71E1-EF25-3ABF-D5202508E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136" y="4776922"/>
            <a:ext cx="9761214" cy="136525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1. </a:t>
            </a:r>
            <a:r>
              <a:rPr lang="en-US" altLang="ko-KR" sz="2000" dirty="0" err="1"/>
              <a:t>subclipse</a:t>
            </a:r>
            <a:r>
              <a:rPr lang="en-US" altLang="ko-KR" sz="2000" dirty="0"/>
              <a:t> install</a:t>
            </a:r>
            <a:r>
              <a:rPr lang="ko-KR" altLang="en-US" sz="2000" dirty="0"/>
              <a:t> 진행시에 나오는 </a:t>
            </a:r>
            <a:r>
              <a:rPr lang="en-US" altLang="ko-KR" sz="2000" dirty="0"/>
              <a:t>Trust </a:t>
            </a:r>
            <a:r>
              <a:rPr lang="en-US" altLang="ko-KR" sz="2000" dirty="0" err="1"/>
              <a:t>Affracts</a:t>
            </a:r>
            <a:r>
              <a:rPr lang="ko-KR" altLang="en-US" sz="2000" dirty="0"/>
              <a:t>에서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항목</a:t>
            </a:r>
            <a:r>
              <a:rPr lang="en-US" altLang="ko-KR" sz="2000" dirty="0"/>
              <a:t> </a:t>
            </a:r>
            <a:r>
              <a:rPr lang="ko-KR" altLang="en-US" sz="2000" dirty="0"/>
              <a:t>전체 선택 후 </a:t>
            </a:r>
            <a:r>
              <a:rPr lang="en-US" altLang="ko-KR" sz="2000" dirty="0"/>
              <a:t>trust Selected </a:t>
            </a:r>
            <a:r>
              <a:rPr lang="ko-KR" altLang="en-US" sz="2000" dirty="0"/>
              <a:t>버튼 클릭</a:t>
            </a:r>
            <a:endParaRPr lang="en-US" altLang="ko-KR" sz="2000" dirty="0"/>
          </a:p>
          <a:p>
            <a:r>
              <a:rPr lang="en-US" altLang="ko-KR" sz="2000" dirty="0"/>
              <a:t>2. </a:t>
            </a:r>
            <a:r>
              <a:rPr lang="ko-KR" altLang="en-US" sz="2000" dirty="0"/>
              <a:t>그 이후 </a:t>
            </a:r>
            <a:r>
              <a:rPr lang="en-US" altLang="ko-KR" sz="2000" dirty="0"/>
              <a:t>restart now </a:t>
            </a:r>
            <a:r>
              <a:rPr lang="ko-KR" altLang="en-US" sz="2000" dirty="0"/>
              <a:t>진행 </a:t>
            </a:r>
            <a:r>
              <a:rPr lang="en-US" altLang="ko-KR" sz="2000" dirty="0"/>
              <a:t> 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FE45F5-7E28-9945-6112-D14E7709B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601" y="1005914"/>
            <a:ext cx="4215321" cy="349348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F79A53A-BC9E-6DAD-95E5-D5D3D7B6D6CD}"/>
              </a:ext>
            </a:extLst>
          </p:cNvPr>
          <p:cNvSpPr/>
          <p:nvPr/>
        </p:nvSpPr>
        <p:spPr>
          <a:xfrm>
            <a:off x="4897222" y="2220919"/>
            <a:ext cx="577850" cy="2111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9E4943C-AFA8-AB39-21CE-2CD243E0C627}"/>
              </a:ext>
            </a:extLst>
          </p:cNvPr>
          <p:cNvSpPr/>
          <p:nvPr/>
        </p:nvSpPr>
        <p:spPr>
          <a:xfrm>
            <a:off x="4897222" y="4263452"/>
            <a:ext cx="577850" cy="2111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5732734-2BB1-7B64-2D86-E3873C4F0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239" y="2538999"/>
            <a:ext cx="3088011" cy="81163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75B4029-D930-9DFE-7769-E4B1F83C96A5}"/>
              </a:ext>
            </a:extLst>
          </p:cNvPr>
          <p:cNvSpPr/>
          <p:nvPr/>
        </p:nvSpPr>
        <p:spPr>
          <a:xfrm>
            <a:off x="8802472" y="3097142"/>
            <a:ext cx="678078" cy="2111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528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BFFA62-7430-41FE-3784-FECB26F83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521" y="4514850"/>
            <a:ext cx="10972800" cy="149225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Import projects</a:t>
            </a:r>
            <a:r>
              <a:rPr lang="ko-KR" altLang="en-US" sz="2000" dirty="0"/>
              <a:t>를 클릭 후  </a:t>
            </a:r>
            <a:r>
              <a:rPr lang="en-US" altLang="ko-KR" sz="2000" dirty="0"/>
              <a:t>Project from SVN </a:t>
            </a:r>
            <a:r>
              <a:rPr lang="ko-KR" altLang="en-US" sz="2000" dirty="0"/>
              <a:t>선택 후 </a:t>
            </a:r>
            <a:r>
              <a:rPr lang="en-US" altLang="ko-KR" sz="2000" dirty="0"/>
              <a:t>Next </a:t>
            </a:r>
            <a:r>
              <a:rPr lang="ko-KR" altLang="en-US" sz="2000" dirty="0"/>
              <a:t>버튼 클릭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F772507-4A53-0C14-96E6-84D9A1D14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870" y="850900"/>
            <a:ext cx="6492101" cy="334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706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973626-8BD1-9640-742C-50145F4C9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4514850"/>
            <a:ext cx="7372350" cy="1416047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1. Use existing repository location </a:t>
            </a:r>
            <a:r>
              <a:rPr lang="ko-KR" altLang="en-US" sz="2000" dirty="0"/>
              <a:t>선택 후 </a:t>
            </a:r>
            <a:r>
              <a:rPr lang="en-US" altLang="ko-KR" sz="2000" dirty="0"/>
              <a:t>Next </a:t>
            </a:r>
            <a:r>
              <a:rPr lang="ko-KR" altLang="en-US" sz="2000" dirty="0"/>
              <a:t>클릭</a:t>
            </a:r>
            <a:endParaRPr lang="en-US" altLang="ko-KR" sz="2000" dirty="0"/>
          </a:p>
          <a:p>
            <a:r>
              <a:rPr lang="en-US" altLang="ko-KR" sz="2000" dirty="0"/>
              <a:t>2. </a:t>
            </a:r>
            <a:r>
              <a:rPr lang="en-US" altLang="ko-KR" sz="2000" dirty="0" err="1"/>
              <a:t>Url</a:t>
            </a:r>
            <a:r>
              <a:rPr lang="ko-KR" altLang="en-US" sz="2000" dirty="0"/>
              <a:t>에 </a:t>
            </a:r>
            <a:r>
              <a:rPr lang="en-US" altLang="ko-KR" sz="2000" dirty="0" err="1"/>
              <a:t>svn</a:t>
            </a:r>
            <a:r>
              <a:rPr lang="en-US" altLang="ko-KR" sz="2000" dirty="0"/>
              <a:t> </a:t>
            </a:r>
            <a:r>
              <a:rPr lang="ko-KR" altLang="en-US" sz="2000" dirty="0"/>
              <a:t>주소 적은 후 </a:t>
            </a:r>
            <a:r>
              <a:rPr lang="fr-FR" altLang="ko-KR" sz="2000" dirty="0"/>
              <a:t>finish</a:t>
            </a:r>
            <a:r>
              <a:rPr lang="ko-KR" altLang="en-US" sz="2000" dirty="0"/>
              <a:t> 클릭</a:t>
            </a:r>
            <a:endParaRPr lang="en-US" altLang="ko-KR" sz="2000" dirty="0"/>
          </a:p>
          <a:p>
            <a:r>
              <a:rPr lang="en-US" altLang="ko-KR" sz="2000" dirty="0"/>
              <a:t>3. </a:t>
            </a:r>
            <a:r>
              <a:rPr lang="ko-KR" altLang="en-US" sz="2000" dirty="0"/>
              <a:t>다시 돌아와서 </a:t>
            </a:r>
            <a:r>
              <a:rPr lang="en-US" altLang="ko-KR" sz="2000" dirty="0" err="1"/>
              <a:t>svn</a:t>
            </a:r>
            <a:r>
              <a:rPr lang="en-US" altLang="ko-KR" sz="2000" dirty="0"/>
              <a:t> </a:t>
            </a:r>
            <a:r>
              <a:rPr lang="ko-KR" altLang="en-US" sz="2000" dirty="0"/>
              <a:t>주소 선택 후 </a:t>
            </a:r>
            <a:r>
              <a:rPr lang="en-US" altLang="ko-KR" sz="2000" dirty="0"/>
              <a:t>next </a:t>
            </a:r>
            <a:r>
              <a:rPr lang="ko-KR" altLang="en-US" sz="2000" dirty="0"/>
              <a:t>클릭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35150F-279F-1C17-DDAB-7CB0F7C10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550" y="1223963"/>
            <a:ext cx="2479410" cy="26498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CF23B50-66EB-AD9F-31C0-8F0BEFD52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959" y="1223964"/>
            <a:ext cx="2498615" cy="2649898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A196B60-4F1C-DFCA-5369-829EF2973042}"/>
              </a:ext>
            </a:extLst>
          </p:cNvPr>
          <p:cNvCxnSpPr/>
          <p:nvPr/>
        </p:nvCxnSpPr>
        <p:spPr>
          <a:xfrm>
            <a:off x="4771574" y="1911350"/>
            <a:ext cx="1566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F881FC0-293A-A03D-D1FD-94F2FB129D0F}"/>
              </a:ext>
            </a:extLst>
          </p:cNvPr>
          <p:cNvCxnSpPr/>
          <p:nvPr/>
        </p:nvCxnSpPr>
        <p:spPr>
          <a:xfrm flipH="1">
            <a:off x="4771574" y="2844800"/>
            <a:ext cx="1566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5347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5D440C-D023-66C4-6272-A02947E67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752979"/>
            <a:ext cx="10972800" cy="963930"/>
          </a:xfrm>
        </p:spPr>
        <p:txBody>
          <a:bodyPr>
            <a:normAutofit/>
          </a:bodyPr>
          <a:lstStyle/>
          <a:p>
            <a:r>
              <a:rPr lang="fr-FR" altLang="ko-KR" sz="2000" dirty="0"/>
              <a:t>1. cloud</a:t>
            </a:r>
            <a:r>
              <a:rPr lang="en-US" altLang="ko-KR" sz="2000" dirty="0"/>
              <a:t>-parent</a:t>
            </a:r>
            <a:r>
              <a:rPr lang="ko-KR" altLang="en-US" sz="2000" dirty="0"/>
              <a:t> 선택 후 </a:t>
            </a:r>
            <a:r>
              <a:rPr lang="fr-FR" altLang="ko-KR" sz="2000" dirty="0"/>
              <a:t>Next</a:t>
            </a:r>
            <a:r>
              <a:rPr lang="en-US" altLang="ko-KR" sz="2000" dirty="0"/>
              <a:t> </a:t>
            </a:r>
            <a:r>
              <a:rPr lang="ko-KR" altLang="en-US" sz="2000" dirty="0"/>
              <a:t>버튼 클릭</a:t>
            </a:r>
            <a:endParaRPr lang="en-US" altLang="ko-KR" sz="2000" dirty="0"/>
          </a:p>
          <a:p>
            <a:r>
              <a:rPr lang="en-US" altLang="ko-KR" sz="2000" dirty="0"/>
              <a:t>2. </a:t>
            </a:r>
            <a:r>
              <a:rPr lang="fr-FR" altLang="ko-KR" sz="2000" dirty="0"/>
              <a:t>Check Out As</a:t>
            </a:r>
            <a:r>
              <a:rPr lang="ko-KR" altLang="en-US" sz="2000" dirty="0"/>
              <a:t>에서 </a:t>
            </a:r>
            <a:r>
              <a:rPr lang="en-US" altLang="ko-KR" sz="2000" dirty="0"/>
              <a:t>2</a:t>
            </a:r>
            <a:r>
              <a:rPr lang="ko-KR" altLang="en-US" sz="2000" dirty="0"/>
              <a:t>개의 항목 중 </a:t>
            </a:r>
            <a:r>
              <a:rPr lang="ko-KR" altLang="en-US" sz="2000" dirty="0" err="1"/>
              <a:t>밑의거</a:t>
            </a:r>
            <a:r>
              <a:rPr lang="ko-KR" altLang="en-US" sz="2000" dirty="0"/>
              <a:t> 체크 후 </a:t>
            </a:r>
            <a:r>
              <a:rPr lang="en-US" altLang="ko-KR" sz="2000" dirty="0"/>
              <a:t> Finish </a:t>
            </a:r>
            <a:r>
              <a:rPr lang="ko-KR" altLang="en-US" sz="2000" dirty="0"/>
              <a:t>클릭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E707ED6-BE9F-B77C-BE09-F031870FB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160" y="1141091"/>
            <a:ext cx="2680040" cy="28423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DD9C609-8207-0F31-A9CA-C5482B4A7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092" y="1141091"/>
            <a:ext cx="2768889" cy="284230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3E095C1-CAEE-2B43-DBA0-C32AD3924491}"/>
              </a:ext>
            </a:extLst>
          </p:cNvPr>
          <p:cNvSpPr/>
          <p:nvPr/>
        </p:nvSpPr>
        <p:spPr>
          <a:xfrm>
            <a:off x="3019255" y="3752850"/>
            <a:ext cx="577850" cy="1841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519F4FD-8C04-3EC5-4710-B3BA4B461464}"/>
              </a:ext>
            </a:extLst>
          </p:cNvPr>
          <p:cNvSpPr/>
          <p:nvPr/>
        </p:nvSpPr>
        <p:spPr>
          <a:xfrm>
            <a:off x="6598746" y="1898650"/>
            <a:ext cx="1414953" cy="1206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4F79D5-36EA-A422-833F-60B33F803511}"/>
              </a:ext>
            </a:extLst>
          </p:cNvPr>
          <p:cNvSpPr/>
          <p:nvPr/>
        </p:nvSpPr>
        <p:spPr>
          <a:xfrm>
            <a:off x="8256097" y="3752850"/>
            <a:ext cx="570404" cy="1841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780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373058A-0CDB-7832-D9EE-AA85B3C3C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9482" y="912490"/>
            <a:ext cx="3257568" cy="3667817"/>
          </a:xfr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D1C2732-7670-E59D-57DB-0E0265270C66}"/>
              </a:ext>
            </a:extLst>
          </p:cNvPr>
          <p:cNvSpPr txBox="1">
            <a:spLocks/>
          </p:cNvSpPr>
          <p:nvPr/>
        </p:nvSpPr>
        <p:spPr bwMode="gray">
          <a:xfrm>
            <a:off x="609600" y="4752979"/>
            <a:ext cx="8159750" cy="963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 3" pitchFamily="18" charset="2"/>
              <a:buChar char="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 3" pitchFamily="18" charset="2"/>
              <a:buChar char="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90000"/>
              <a:buFont typeface="Wingdings 3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90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90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ko-KR" sz="2000" dirty="0"/>
              <a:t>1. </a:t>
            </a:r>
            <a:r>
              <a:rPr lang="ko-KR" altLang="en-US" sz="2000" dirty="0"/>
              <a:t>체크아웃 받은 프로젝트에 </a:t>
            </a:r>
            <a:r>
              <a:rPr lang="ko-KR" altLang="en-US" sz="2000" dirty="0" err="1"/>
              <a:t>우클릭</a:t>
            </a:r>
            <a:r>
              <a:rPr lang="ko-KR" altLang="en-US" sz="2000" dirty="0"/>
              <a:t> 후 </a:t>
            </a:r>
            <a:r>
              <a:rPr lang="en-US" altLang="ko-KR" sz="2000" dirty="0"/>
              <a:t>Import </a:t>
            </a:r>
            <a:r>
              <a:rPr lang="ko-KR" altLang="en-US" sz="2000" dirty="0"/>
              <a:t>선택</a:t>
            </a:r>
            <a:endParaRPr lang="en-US" altLang="ko-KR" sz="2000" dirty="0"/>
          </a:p>
          <a:p>
            <a:r>
              <a:rPr lang="en-US" altLang="ko-KR" sz="2000" dirty="0"/>
              <a:t>2. </a:t>
            </a:r>
            <a:r>
              <a:rPr lang="fr-FR" altLang="ko-KR" sz="2000" dirty="0"/>
              <a:t>maven</a:t>
            </a:r>
            <a:r>
              <a:rPr lang="ko-KR" altLang="en-US" sz="2000" dirty="0"/>
              <a:t> </a:t>
            </a:r>
            <a:r>
              <a:rPr lang="en-US" altLang="ko-KR" sz="2000" dirty="0"/>
              <a:t>-&gt; Existing Maven Project </a:t>
            </a:r>
            <a:r>
              <a:rPr lang="ko-KR" altLang="en-US" sz="2000" dirty="0"/>
              <a:t>선택 후 </a:t>
            </a:r>
            <a:r>
              <a:rPr lang="en-US" altLang="ko-KR" sz="2000" dirty="0"/>
              <a:t>Next </a:t>
            </a:r>
            <a:r>
              <a:rPr lang="ko-KR" altLang="en-US" sz="2000" dirty="0"/>
              <a:t>클릭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04AD6F4-E3E4-112D-1A77-5AE1E9140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551" y="1186267"/>
            <a:ext cx="2826099" cy="292857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A0ACD3F2-CEE5-DDF9-ED00-FEE91449C3A4}"/>
              </a:ext>
            </a:extLst>
          </p:cNvPr>
          <p:cNvSpPr/>
          <p:nvPr/>
        </p:nvSpPr>
        <p:spPr>
          <a:xfrm>
            <a:off x="7436946" y="2628900"/>
            <a:ext cx="926003" cy="152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2ACAC3C-2869-04A1-90EF-FBF7CF166468}"/>
              </a:ext>
            </a:extLst>
          </p:cNvPr>
          <p:cNvSpPr/>
          <p:nvPr/>
        </p:nvSpPr>
        <p:spPr>
          <a:xfrm>
            <a:off x="3715847" y="2628900"/>
            <a:ext cx="614854" cy="152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73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23D6FE-5FA7-51EA-1B89-579892ED8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099" y="4768850"/>
            <a:ext cx="10198101" cy="1136650"/>
          </a:xfrm>
        </p:spPr>
        <p:txBody>
          <a:bodyPr>
            <a:normAutofit/>
          </a:bodyPr>
          <a:lstStyle/>
          <a:p>
            <a:r>
              <a:rPr lang="fr-FR" altLang="ko-KR" sz="2000" dirty="0"/>
              <a:t>Import</a:t>
            </a:r>
            <a:r>
              <a:rPr lang="ko-KR" altLang="en-US" sz="2000" dirty="0"/>
              <a:t> 하는 부분에서 </a:t>
            </a:r>
            <a:r>
              <a:rPr lang="en-US" altLang="ko-KR" sz="2000" dirty="0"/>
              <a:t>Finish </a:t>
            </a:r>
            <a:r>
              <a:rPr lang="ko-KR" altLang="en-US" sz="2000" dirty="0"/>
              <a:t>클릭</a:t>
            </a:r>
            <a:endParaRPr lang="en-US" altLang="ko-KR" sz="2000" dirty="0"/>
          </a:p>
          <a:p>
            <a:r>
              <a:rPr lang="en-US" altLang="ko-KR" sz="2000" dirty="0"/>
              <a:t>Import </a:t>
            </a:r>
            <a:r>
              <a:rPr lang="ko-KR" altLang="en-US" sz="2000" dirty="0"/>
              <a:t>진행이 끝나면 오른쪽 사진처럼 모듈 </a:t>
            </a:r>
            <a:r>
              <a:rPr lang="en-US" altLang="ko-KR" sz="2000" dirty="0"/>
              <a:t>5</a:t>
            </a:r>
            <a:r>
              <a:rPr lang="ko-KR" altLang="en-US" sz="2000" dirty="0"/>
              <a:t>개가 생성됨</a:t>
            </a:r>
            <a:endParaRPr lang="en-US" altLang="ko-KR" sz="2000" dirty="0"/>
          </a:p>
          <a:p>
            <a:r>
              <a:rPr lang="ko-KR" altLang="en-US" sz="2000" dirty="0"/>
              <a:t>주의사항 </a:t>
            </a:r>
            <a:r>
              <a:rPr lang="en-US" altLang="ko-KR" sz="2000" dirty="0"/>
              <a:t>: validating</a:t>
            </a:r>
            <a:r>
              <a:rPr lang="ko-KR" altLang="en-US" sz="2000" dirty="0"/>
              <a:t>이 끝나기 전까지 모듈 실행하지 </a:t>
            </a:r>
            <a:r>
              <a:rPr lang="ko-KR" altLang="en-US" sz="2000" dirty="0" err="1"/>
              <a:t>않아야함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5A35CE-9A64-F31F-D5D0-7F193971A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304" y="1289050"/>
            <a:ext cx="3184946" cy="31296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1316FB1-FA70-6CE0-6EEE-0EB0AD3D1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721" y="1794563"/>
            <a:ext cx="4221480" cy="2115165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8A9688D-76DB-7E29-1C19-E07A5C1146B0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5048250" y="2852146"/>
            <a:ext cx="1474471" cy="1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883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458AA9-77CE-944C-F438-AECA87DAD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533900"/>
            <a:ext cx="10972800" cy="1200150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sz="2000" dirty="0"/>
              <a:t>1. </a:t>
            </a:r>
            <a:r>
              <a:rPr lang="ko-KR" altLang="en-US" sz="2000" dirty="0"/>
              <a:t>왼쪽 하단을 보면 </a:t>
            </a:r>
            <a:r>
              <a:rPr lang="en-US" altLang="ko-KR" sz="2000" dirty="0"/>
              <a:t>Boot Dashboard</a:t>
            </a:r>
            <a:r>
              <a:rPr lang="ko-KR" altLang="en-US" sz="2000" dirty="0"/>
              <a:t>에 실행시킬 수 있는 모듈 </a:t>
            </a:r>
            <a:r>
              <a:rPr lang="en-US" altLang="ko-KR" sz="2000" dirty="0"/>
              <a:t>3</a:t>
            </a:r>
            <a:r>
              <a:rPr lang="ko-KR" altLang="en-US" sz="2000" dirty="0"/>
              <a:t>개가 생성됨</a:t>
            </a:r>
            <a:endParaRPr lang="en-US" altLang="ko-KR" sz="2000" dirty="0"/>
          </a:p>
          <a:p>
            <a:r>
              <a:rPr lang="ko-KR" altLang="en-US" sz="2000" dirty="0"/>
              <a:t>실행할 모듈에 </a:t>
            </a:r>
            <a:r>
              <a:rPr lang="ko-KR" altLang="en-US" sz="2000" dirty="0" err="1"/>
              <a:t>우클릭</a:t>
            </a:r>
            <a:r>
              <a:rPr lang="ko-KR" altLang="en-US" sz="2000" dirty="0"/>
              <a:t> 후 </a:t>
            </a:r>
            <a:r>
              <a:rPr lang="en-US" altLang="ko-KR" sz="2000" dirty="0"/>
              <a:t>(Re)start,</a:t>
            </a:r>
            <a:r>
              <a:rPr lang="ko-KR" altLang="en-US" sz="2000" dirty="0"/>
              <a:t> </a:t>
            </a:r>
            <a:r>
              <a:rPr lang="en-US" altLang="ko-KR" sz="2000" dirty="0"/>
              <a:t>(Re)</a:t>
            </a:r>
            <a:r>
              <a:rPr lang="fr-FR" altLang="ko-KR" sz="2000" dirty="0"/>
              <a:t>debug</a:t>
            </a:r>
            <a:r>
              <a:rPr lang="ko-KR" altLang="en-US" sz="2000" dirty="0"/>
              <a:t> 버튼 둘 중 하나를 클릭하여 실행</a:t>
            </a:r>
            <a:endParaRPr lang="en-US" altLang="ko-KR" sz="2000" dirty="0"/>
          </a:p>
          <a:p>
            <a:pPr lvl="1"/>
            <a:r>
              <a:rPr lang="en-US" altLang="ko-KR" sz="1600" dirty="0"/>
              <a:t>admin-module : </a:t>
            </a:r>
            <a:r>
              <a:rPr lang="ko-KR" altLang="en-US" sz="1600" dirty="0"/>
              <a:t>관리자 콘솔</a:t>
            </a:r>
            <a:endParaRPr lang="en-US" altLang="ko-KR" sz="1600" dirty="0"/>
          </a:p>
          <a:p>
            <a:pPr lvl="1"/>
            <a:r>
              <a:rPr lang="fr-FR" altLang="ko-KR" sz="1600" dirty="0"/>
              <a:t>User-module : </a:t>
            </a:r>
            <a:r>
              <a:rPr lang="ko-KR" altLang="en-US" sz="1600" dirty="0"/>
              <a:t>유저</a:t>
            </a:r>
            <a:r>
              <a:rPr lang="fr-FR" altLang="ko-KR" sz="1600" dirty="0"/>
              <a:t> </a:t>
            </a:r>
            <a:r>
              <a:rPr lang="ko-KR" altLang="en-US" sz="1600" dirty="0"/>
              <a:t>콘솔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A03841-52AE-565C-3F16-82B48576E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053" y="1885958"/>
            <a:ext cx="3181794" cy="208626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2AE4133-E870-75C2-1B07-6382DC695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571" y="1387621"/>
            <a:ext cx="3810362" cy="258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2530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A6CABA-A592-366C-A386-BBFD60A65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50" y="4768850"/>
            <a:ext cx="5461000" cy="104775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Bootstrap</a:t>
            </a:r>
            <a:r>
              <a:rPr lang="ko-KR" altLang="en-US" sz="2000" dirty="0"/>
              <a:t>이 실행 되는지 확인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10F1E6-86F6-D7D1-1FA4-D83BB05FE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5" y="1041400"/>
            <a:ext cx="8286750" cy="289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620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357D7C-7FFF-FE43-D7EE-78103FED5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565650"/>
            <a:ext cx="10972800" cy="156083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1. </a:t>
            </a:r>
            <a:r>
              <a:rPr lang="en-US" altLang="ko-KR" sz="2000" dirty="0">
                <a:latin typeface="Aptos" panose="020B0004020202020204" pitchFamily="34" charset="0"/>
              </a:rPr>
              <a:t>localhost:8080/</a:t>
            </a:r>
            <a:r>
              <a:rPr lang="en-US" altLang="ko-KR" sz="2000" dirty="0" err="1">
                <a:latin typeface="Aptos" panose="020B0004020202020204" pitchFamily="34" charset="0"/>
              </a:rPr>
              <a:t>mbr</a:t>
            </a:r>
            <a:r>
              <a:rPr lang="ko-KR" altLang="en-US" sz="2000" dirty="0">
                <a:latin typeface="Aptos" panose="020B0004020202020204" pitchFamily="34" charset="0"/>
              </a:rPr>
              <a:t> </a:t>
            </a:r>
            <a:r>
              <a:rPr lang="ko-KR" altLang="en-US" sz="2000" dirty="0"/>
              <a:t>로</a:t>
            </a:r>
            <a:r>
              <a:rPr lang="en-US" altLang="ko-KR" sz="2000" dirty="0"/>
              <a:t> </a:t>
            </a:r>
            <a:r>
              <a:rPr lang="ko-KR" altLang="en-US" sz="2000" dirty="0"/>
              <a:t>들어가서 </a:t>
            </a:r>
            <a:r>
              <a:rPr lang="en-US" altLang="ko-KR" sz="2000" dirty="0">
                <a:latin typeface="Aptos" panose="020B0004020202020204" pitchFamily="34" charset="0"/>
              </a:rPr>
              <a:t>admin/passwr0d </a:t>
            </a:r>
            <a:r>
              <a:rPr lang="ko-KR" altLang="en-US" sz="2000" dirty="0">
                <a:latin typeface="Aptos" panose="020B0004020202020204" pitchFamily="34" charset="0"/>
              </a:rPr>
              <a:t>로</a:t>
            </a:r>
            <a:r>
              <a:rPr lang="en-US" altLang="ko-KR" sz="2000" dirty="0">
                <a:latin typeface="Aptos" panose="020B0004020202020204" pitchFamily="34" charset="0"/>
              </a:rPr>
              <a:t> </a:t>
            </a:r>
            <a:r>
              <a:rPr lang="ko-KR" altLang="en-US" sz="2000" dirty="0">
                <a:latin typeface="Aptos" panose="020B0004020202020204" pitchFamily="34" charset="0"/>
              </a:rPr>
              <a:t>로그인 진행</a:t>
            </a:r>
            <a:endParaRPr lang="en-US" altLang="ko-KR" sz="2000" dirty="0">
              <a:latin typeface="Aptos" panose="020B0004020202020204" pitchFamily="34" charset="0"/>
            </a:endParaRPr>
          </a:p>
          <a:p>
            <a:pPr lvl="1"/>
            <a:r>
              <a:rPr lang="en-US" altLang="ko-KR" sz="1600" dirty="0">
                <a:latin typeface="Aptos" panose="020B0004020202020204" pitchFamily="34" charset="0"/>
              </a:rPr>
              <a:t>Localhost:8070/</a:t>
            </a:r>
            <a:r>
              <a:rPr lang="en-US" altLang="ko-KR" sz="1600" dirty="0" err="1">
                <a:latin typeface="Aptos" panose="020B0004020202020204" pitchFamily="34" charset="0"/>
              </a:rPr>
              <a:t>mng</a:t>
            </a:r>
            <a:r>
              <a:rPr lang="ko-KR" altLang="en-US" sz="1600" dirty="0">
                <a:latin typeface="Aptos" panose="020B0004020202020204" pitchFamily="34" charset="0"/>
              </a:rPr>
              <a:t> </a:t>
            </a:r>
            <a:r>
              <a:rPr lang="en-US" altLang="ko-KR" sz="1600" dirty="0">
                <a:latin typeface="Aptos" panose="020B0004020202020204" pitchFamily="34" charset="0"/>
              </a:rPr>
              <a:t>-&gt;</a:t>
            </a:r>
            <a:r>
              <a:rPr lang="ko-KR" altLang="en-US" sz="1600" dirty="0">
                <a:latin typeface="Aptos" panose="020B0004020202020204" pitchFamily="34" charset="0"/>
              </a:rPr>
              <a:t> 관리자 콘솔 </a:t>
            </a:r>
            <a:r>
              <a:rPr lang="en-US" altLang="ko-KR" sz="1600" dirty="0" err="1">
                <a:latin typeface="Aptos" panose="020B0004020202020204" pitchFamily="34" charset="0"/>
              </a:rPr>
              <a:t>url</a:t>
            </a:r>
            <a:endParaRPr lang="en-US" altLang="ko-KR" sz="1600" dirty="0">
              <a:latin typeface="Aptos" panose="020B0004020202020204" pitchFamily="34" charset="0"/>
            </a:endParaRPr>
          </a:p>
          <a:p>
            <a:pPr lvl="1"/>
            <a:r>
              <a:rPr lang="en-US" altLang="ko-KR" sz="1600" dirty="0">
                <a:latin typeface="Aptos" panose="020B0004020202020204" pitchFamily="34" charset="0"/>
              </a:rPr>
              <a:t>8080 </a:t>
            </a:r>
            <a:r>
              <a:rPr lang="ko-KR" altLang="en-US" sz="1600" dirty="0">
                <a:latin typeface="Aptos" panose="020B0004020202020204" pitchFamily="34" charset="0"/>
              </a:rPr>
              <a:t>포트 </a:t>
            </a:r>
            <a:r>
              <a:rPr lang="en-US" altLang="ko-KR" sz="1600" dirty="0">
                <a:latin typeface="Aptos" panose="020B0004020202020204" pitchFamily="34" charset="0"/>
              </a:rPr>
              <a:t>: </a:t>
            </a:r>
            <a:r>
              <a:rPr lang="ko-KR" altLang="en-US" sz="1600" dirty="0">
                <a:latin typeface="Aptos" panose="020B0004020202020204" pitchFamily="34" charset="0"/>
              </a:rPr>
              <a:t>사용자 콘솔</a:t>
            </a:r>
            <a:endParaRPr lang="en-US" altLang="ko-KR" sz="1600" dirty="0">
              <a:latin typeface="Aptos" panose="020B0004020202020204" pitchFamily="34" charset="0"/>
            </a:endParaRPr>
          </a:p>
          <a:p>
            <a:pPr lvl="1"/>
            <a:r>
              <a:rPr lang="en-US" altLang="ko-KR" sz="1600" dirty="0">
                <a:latin typeface="Aptos" panose="020B0004020202020204" pitchFamily="34" charset="0"/>
              </a:rPr>
              <a:t>8070 </a:t>
            </a:r>
            <a:r>
              <a:rPr lang="ko-KR" altLang="en-US" sz="1600" dirty="0">
                <a:latin typeface="Aptos" panose="020B0004020202020204" pitchFamily="34" charset="0"/>
              </a:rPr>
              <a:t>포트 </a:t>
            </a:r>
            <a:r>
              <a:rPr lang="en-US" altLang="ko-KR" sz="1600" dirty="0">
                <a:latin typeface="Aptos" panose="020B0004020202020204" pitchFamily="34" charset="0"/>
              </a:rPr>
              <a:t>: </a:t>
            </a:r>
            <a:r>
              <a:rPr lang="ko-KR" altLang="en-US" sz="1600" dirty="0">
                <a:latin typeface="Aptos" panose="020B0004020202020204" pitchFamily="34" charset="0"/>
              </a:rPr>
              <a:t>관리자 콘솔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85055D-FB47-E0A7-4A67-141D5554A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075" y="1182338"/>
            <a:ext cx="6927850" cy="284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543165"/>
      </p:ext>
    </p:extLst>
  </p:cSld>
  <p:clrMapOvr>
    <a:masterClrMapping/>
  </p:clrMapOvr>
</p:sld>
</file>

<file path=ppt/theme/theme1.xml><?xml version="1.0" encoding="utf-8"?>
<a:theme xmlns:a="http://schemas.openxmlformats.org/drawingml/2006/main" name="New_Education02">
  <a:themeElements>
    <a:clrScheme name="Education02">
      <a:dk1>
        <a:srgbClr val="000000"/>
      </a:dk1>
      <a:lt1>
        <a:srgbClr val="FFFFFF"/>
      </a:lt1>
      <a:dk2>
        <a:srgbClr val="006699"/>
      </a:dk2>
      <a:lt2>
        <a:srgbClr val="ECF0ED"/>
      </a:lt2>
      <a:accent1>
        <a:srgbClr val="DF3939"/>
      </a:accent1>
      <a:accent2>
        <a:srgbClr val="F0A73C"/>
      </a:accent2>
      <a:accent3>
        <a:srgbClr val="21A6C5"/>
      </a:accent3>
      <a:accent4>
        <a:srgbClr val="BEC936"/>
      </a:accent4>
      <a:accent5>
        <a:srgbClr val="ECB0B0"/>
      </a:accent5>
      <a:accent6>
        <a:srgbClr val="C1C1C1"/>
      </a:accent6>
      <a:hlink>
        <a:srgbClr val="0099CC"/>
      </a:hlink>
      <a:folHlink>
        <a:srgbClr val="D361AA"/>
      </a:folHlink>
    </a:clrScheme>
    <a:fontScheme name="Education02">
      <a:majorFont>
        <a:latin typeface="Corbel"/>
        <a:ea typeface=""/>
        <a:cs typeface=""/>
        <a:font script="Jpan" typeface="HG丸ｺﾞｼｯｸM-PRO"/>
        <a:font script="Hang" typeface="맑은 고딕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ndara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ducation02">
      <a:fillStyleLst>
        <a:solidFill>
          <a:schemeClr val="phClr"/>
        </a:solidFill>
        <a:solidFill>
          <a:schemeClr val="phClr">
            <a:tint val="60000"/>
            <a:satMod val="150000"/>
          </a:schemeClr>
        </a:solidFill>
        <a:gradFill rotWithShape="1">
          <a:gsLst>
            <a:gs pos="0">
              <a:schemeClr val="phClr">
                <a:shade val="100000"/>
                <a:satMod val="100000"/>
              </a:schemeClr>
            </a:gs>
            <a:gs pos="100000">
              <a:schemeClr val="phClr">
                <a:shade val="70000"/>
                <a:satMod val="12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innerShdw blurRad="127000" dist="25400" dir="13500000">
              <a:srgbClr val="000000">
                <a:alpha val="80000"/>
              </a:srgbClr>
            </a:innerShdw>
          </a:effectLst>
        </a:effectStyle>
        <a:effectStyle>
          <a:effectLst>
            <a:innerShdw blurRad="254000" dist="25400" dir="13500000">
              <a:srgbClr val="000000">
                <a:alpha val="80000"/>
              </a:srgbClr>
            </a:innerShdw>
          </a:effectLst>
        </a:effectStyle>
        <a:effectStyle>
          <a:effectLst>
            <a:outerShdw blurRad="50800" dist="508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soft" dir="b">
              <a:rot lat="0" lon="0" rev="9000000"/>
            </a:lightRig>
          </a:scene3d>
          <a:sp3d contourW="35560" prstMaterial="matte">
            <a:bevelT w="4445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20000"/>
              </a:schemeClr>
            </a:gs>
            <a:gs pos="100000">
              <a:schemeClr val="phClr">
                <a:tint val="70000"/>
                <a:shade val="100000"/>
                <a:satMod val="3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8000"/>
                <a:satMod val="200000"/>
              </a:schemeClr>
            </a:gs>
            <a:gs pos="100000">
              <a:schemeClr val="phClr">
                <a:shade val="86000"/>
                <a:satMod val="140000"/>
                <a:lumMod val="90000"/>
              </a:schemeClr>
            </a:gs>
          </a:gsLst>
          <a:lin ang="33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TM10237559[[fn=교육 테마]]</Template>
  <TotalTime>204</TotalTime>
  <Words>587</Words>
  <Application>Microsoft Office PowerPoint</Application>
  <PresentationFormat>와이드스크린</PresentationFormat>
  <Paragraphs>63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Aptos</vt:lpstr>
      <vt:lpstr>Arial</vt:lpstr>
      <vt:lpstr>Candara</vt:lpstr>
      <vt:lpstr>Corbel</vt:lpstr>
      <vt:lpstr>Wingdings 3</vt:lpstr>
      <vt:lpstr>New_Education02</vt:lpstr>
      <vt:lpstr>Spring bootstrap 환경셋팅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bootstrap 환경셋팅</dc:title>
  <dc:creator>최성락</dc:creator>
  <cp:lastModifiedBy>최성락</cp:lastModifiedBy>
  <cp:revision>6</cp:revision>
  <dcterms:created xsi:type="dcterms:W3CDTF">2024-03-12T02:13:21Z</dcterms:created>
  <dcterms:modified xsi:type="dcterms:W3CDTF">2024-03-12T05:37:43Z</dcterms:modified>
</cp:coreProperties>
</file>